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145705799" r:id="rId2"/>
    <p:sldId id="2145706611" r:id="rId3"/>
    <p:sldId id="2145706612" r:id="rId4"/>
    <p:sldId id="2145706613" r:id="rId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orient="horz" pos="3566" userDrawn="1">
          <p15:clr>
            <a:srgbClr val="A4A3A4"/>
          </p15:clr>
        </p15:guide>
        <p15:guide id="3" pos="5155" userDrawn="1">
          <p15:clr>
            <a:srgbClr val="A4A3A4"/>
          </p15:clr>
        </p15:guide>
        <p15:guide id="4" pos="302" userDrawn="1">
          <p15:clr>
            <a:srgbClr val="A4A3A4"/>
          </p15:clr>
        </p15:guide>
        <p15:guide id="5" orient="horz" pos="4065" userDrawn="1">
          <p15:clr>
            <a:srgbClr val="A4A3A4"/>
          </p15:clr>
        </p15:guide>
        <p15:guide id="6" pos="5246" userDrawn="1">
          <p15:clr>
            <a:srgbClr val="A4A3A4"/>
          </p15:clr>
        </p15:guide>
        <p15:guide id="7" pos="7423" userDrawn="1">
          <p15:clr>
            <a:srgbClr val="A4A3A4"/>
          </p15:clr>
        </p15:guide>
        <p15:guide id="8" orient="horz" pos="1253" userDrawn="1">
          <p15:clr>
            <a:srgbClr val="A4A3A4"/>
          </p15:clr>
        </p15:guide>
        <p15:guide id="9" pos="17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138150E-C20B-1AB2-CDCB-D53F47D1A131}" name="Ricardo Ivan Perez Novoa" initials="RIPN" userId="S::rperez@efectiva.com.pe::c68d339d-14aa-4477-8de8-872c8f44a5a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Antonio Buendia Sardon" initials="JAB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C"/>
    <a:srgbClr val="00B050"/>
    <a:srgbClr val="FF7E40"/>
    <a:srgbClr val="EBF1DE"/>
    <a:srgbClr val="003446"/>
    <a:srgbClr val="2E5967"/>
    <a:srgbClr val="BDE5FF"/>
    <a:srgbClr val="190701"/>
    <a:srgbClr val="F38C1A"/>
    <a:srgbClr val="4B73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269D01E-BC32-4049-B463-5C60D7B0CCD2}" styleName="Estilo temático 2 - Énfasis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6" autoAdjust="0"/>
    <p:restoredTop sz="93969" autoAdjust="0"/>
  </p:normalViewPr>
  <p:slideViewPr>
    <p:cSldViewPr>
      <p:cViewPr varScale="1">
        <p:scale>
          <a:sx n="65" d="100"/>
          <a:sy n="65" d="100"/>
        </p:scale>
        <p:origin x="1008" y="66"/>
      </p:cViewPr>
      <p:guideLst>
        <p:guide orient="horz" pos="754"/>
        <p:guide orient="horz" pos="3566"/>
        <p:guide pos="5155"/>
        <p:guide pos="302"/>
        <p:guide orient="horz" pos="4065"/>
        <p:guide pos="5246"/>
        <p:guide pos="7423"/>
        <p:guide orient="horz" pos="1253"/>
        <p:guide pos="1708"/>
      </p:guideLst>
    </p:cSldViewPr>
  </p:slideViewPr>
  <p:outlineViewPr>
    <p:cViewPr>
      <p:scale>
        <a:sx n="33" d="100"/>
        <a:sy n="33" d="100"/>
      </p:scale>
      <p:origin x="0" y="-25434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>
      <p:cViewPr varScale="1">
        <p:scale>
          <a:sx n="114" d="100"/>
          <a:sy n="114" d="100"/>
        </p:scale>
        <p:origin x="5094" y="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y Eduardo Paredes Rodriguez" userId="688b1b64-508b-4f0a-9189-3c3fa8399fd3" providerId="ADAL" clId="{DF349FB8-7A87-4A8C-8075-D72FC94FB479}"/>
    <pc:docChg chg="undo redo custSel addSld delSld modSld">
      <pc:chgData name="Ruy Eduardo Paredes Rodriguez" userId="688b1b64-508b-4f0a-9189-3c3fa8399fd3" providerId="ADAL" clId="{DF349FB8-7A87-4A8C-8075-D72FC94FB479}" dt="2026-06-01T19:07:24.076" v="650" actId="13926"/>
      <pc:docMkLst>
        <pc:docMk/>
      </pc:docMkLst>
      <pc:sldChg chg="modSp mod">
        <pc:chgData name="Ruy Eduardo Paredes Rodriguez" userId="688b1b64-508b-4f0a-9189-3c3fa8399fd3" providerId="ADAL" clId="{DF349FB8-7A87-4A8C-8075-D72FC94FB479}" dt="2026-06-01T19:07:24.076" v="650" actId="13926"/>
        <pc:sldMkLst>
          <pc:docMk/>
          <pc:sldMk cId="70774064" sldId="2145705799"/>
        </pc:sldMkLst>
        <pc:spChg chg="mod">
          <ac:chgData name="Ruy Eduardo Paredes Rodriguez" userId="688b1b64-508b-4f0a-9189-3c3fa8399fd3" providerId="ADAL" clId="{DF349FB8-7A87-4A8C-8075-D72FC94FB479}" dt="2026-06-01T19:07:24.076" v="650" actId="13926"/>
          <ac:spMkLst>
            <pc:docMk/>
            <pc:sldMk cId="70774064" sldId="2145705799"/>
            <ac:spMk id="11" creationId="{00000000-0000-0000-0000-000000000000}"/>
          </ac:spMkLst>
        </pc:spChg>
      </pc:sldChg>
      <pc:sldChg chg="modSp mod">
        <pc:chgData name="Ruy Eduardo Paredes Rodriguez" userId="688b1b64-508b-4f0a-9189-3c3fa8399fd3" providerId="ADAL" clId="{DF349FB8-7A87-4A8C-8075-D72FC94FB479}" dt="2026-06-01T19:07:10.130" v="644" actId="13926"/>
        <pc:sldMkLst>
          <pc:docMk/>
          <pc:sldMk cId="194299647" sldId="2145706611"/>
        </pc:sldMkLst>
        <pc:spChg chg="mod">
          <ac:chgData name="Ruy Eduardo Paredes Rodriguez" userId="688b1b64-508b-4f0a-9189-3c3fa8399fd3" providerId="ADAL" clId="{DF349FB8-7A87-4A8C-8075-D72FC94FB479}" dt="2026-06-01T19:07:10.130" v="644" actId="13926"/>
          <ac:spMkLst>
            <pc:docMk/>
            <pc:sldMk cId="194299647" sldId="2145706611"/>
            <ac:spMk id="4" creationId="{A294FEC3-A2F7-3030-C86D-873054D016BE}"/>
          </ac:spMkLst>
        </pc:spChg>
      </pc:sldChg>
      <pc:sldChg chg="modSp add del mod">
        <pc:chgData name="Ruy Eduardo Paredes Rodriguez" userId="688b1b64-508b-4f0a-9189-3c3fa8399fd3" providerId="ADAL" clId="{DF349FB8-7A87-4A8C-8075-D72FC94FB479}" dt="2026-06-01T19:07:02.314" v="634" actId="13926"/>
        <pc:sldMkLst>
          <pc:docMk/>
          <pc:sldMk cId="3520339312" sldId="2145706612"/>
        </pc:sldMkLst>
        <pc:spChg chg="mod">
          <ac:chgData name="Ruy Eduardo Paredes Rodriguez" userId="688b1b64-508b-4f0a-9189-3c3fa8399fd3" providerId="ADAL" clId="{DF349FB8-7A87-4A8C-8075-D72FC94FB479}" dt="2026-06-01T19:07:02.314" v="634" actId="13926"/>
          <ac:spMkLst>
            <pc:docMk/>
            <pc:sldMk cId="3520339312" sldId="2145706612"/>
            <ac:spMk id="5" creationId="{097844A4-F1EE-9E5E-44C1-DCBF009FA2DD}"/>
          </ac:spMkLst>
        </pc:spChg>
        <pc:spChg chg="mod">
          <ac:chgData name="Ruy Eduardo Paredes Rodriguez" userId="688b1b64-508b-4f0a-9189-3c3fa8399fd3" providerId="ADAL" clId="{DF349FB8-7A87-4A8C-8075-D72FC94FB479}" dt="2026-06-01T19:07:02.314" v="634" actId="13926"/>
          <ac:spMkLst>
            <pc:docMk/>
            <pc:sldMk cId="3520339312" sldId="2145706612"/>
            <ac:spMk id="8" creationId="{22D831D7-6B81-5FFB-0CBE-0D4587C560C0}"/>
          </ac:spMkLst>
        </pc:spChg>
        <pc:spChg chg="mod">
          <ac:chgData name="Ruy Eduardo Paredes Rodriguez" userId="688b1b64-508b-4f0a-9189-3c3fa8399fd3" providerId="ADAL" clId="{DF349FB8-7A87-4A8C-8075-D72FC94FB479}" dt="2026-06-01T19:07:02.314" v="634" actId="13926"/>
          <ac:spMkLst>
            <pc:docMk/>
            <pc:sldMk cId="3520339312" sldId="2145706612"/>
            <ac:spMk id="11" creationId="{8EC2ED15-E9B7-7C16-D1CA-634BCC8A50A4}"/>
          </ac:spMkLst>
        </pc:spChg>
      </pc:sldChg>
      <pc:sldChg chg="modSp mod">
        <pc:chgData name="Ruy Eduardo Paredes Rodriguez" userId="688b1b64-508b-4f0a-9189-3c3fa8399fd3" providerId="ADAL" clId="{DF349FB8-7A87-4A8C-8075-D72FC94FB479}" dt="2026-06-01T19:06:55.590" v="633" actId="13926"/>
        <pc:sldMkLst>
          <pc:docMk/>
          <pc:sldMk cId="238729706" sldId="2145706613"/>
        </pc:sldMkLst>
        <pc:spChg chg="mod">
          <ac:chgData name="Ruy Eduardo Paredes Rodriguez" userId="688b1b64-508b-4f0a-9189-3c3fa8399fd3" providerId="ADAL" clId="{DF349FB8-7A87-4A8C-8075-D72FC94FB479}" dt="2026-06-01T19:06:36.007" v="625" actId="13926"/>
          <ac:spMkLst>
            <pc:docMk/>
            <pc:sldMk cId="238729706" sldId="2145706613"/>
            <ac:spMk id="4" creationId="{AA7882FA-DCEF-5BA9-E5A0-A0170E065425}"/>
          </ac:spMkLst>
        </pc:spChg>
        <pc:graphicFrameChg chg="mod modGraphic">
          <ac:chgData name="Ruy Eduardo Paredes Rodriguez" userId="688b1b64-508b-4f0a-9189-3c3fa8399fd3" providerId="ADAL" clId="{DF349FB8-7A87-4A8C-8075-D72FC94FB479}" dt="2026-06-01T19:06:55.590" v="633" actId="13926"/>
          <ac:graphicFrameMkLst>
            <pc:docMk/>
            <pc:sldMk cId="238729706" sldId="2145706613"/>
            <ac:graphicFrameMk id="2" creationId="{E41D9A3C-8995-50A2-9EF5-63700D56E3C5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D669C-3A52-45BC-A11E-226CF3ED7481}" type="datetimeFigureOut">
              <a:rPr lang="es-PE" smtClean="0"/>
              <a:pPr/>
              <a:t>1/06/2026</a:t>
            </a:fld>
            <a:endParaRPr lang="es-PE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B67B7-D222-4D2B-867B-1ABF218BC8A0}" type="slidenum">
              <a:rPr lang="es-PE" smtClean="0"/>
              <a:pPr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0630146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986AA5-981E-4770-9D1F-273C50D9172D}" type="datetimeFigureOut">
              <a:rPr lang="es-PE" smtClean="0"/>
              <a:pPr/>
              <a:t>1/06/2026</a:t>
            </a:fld>
            <a:endParaRPr lang="es-PE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8E3884-67B0-410D-AF13-1530828C5C33}" type="slidenum">
              <a:rPr lang="es-PE" smtClean="0"/>
              <a:pPr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65693246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14302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efectivatufinanciera/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linkedin.com/company/financiera-efectiva-s.a" TargetMode="External"/><Relationship Id="rId5" Type="http://schemas.openxmlformats.org/officeDocument/2006/relationships/image" Target="../media/image5.png"/><Relationship Id="rId4" Type="http://schemas.openxmlformats.org/officeDocument/2006/relationships/hyperlink" Target="https://www.facebook.com/financieraefectivaoficial" TargetMode="External"/><Relationship Id="rId9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13" Type="http://schemas.openxmlformats.org/officeDocument/2006/relationships/image" Target="../media/image35.jpeg"/><Relationship Id="rId3" Type="http://schemas.openxmlformats.org/officeDocument/2006/relationships/image" Target="../media/image25.png"/><Relationship Id="rId7" Type="http://schemas.openxmlformats.org/officeDocument/2006/relationships/image" Target="../media/image29.jpeg"/><Relationship Id="rId12" Type="http://schemas.openxmlformats.org/officeDocument/2006/relationships/image" Target="../media/image34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jpeg"/><Relationship Id="rId11" Type="http://schemas.openxmlformats.org/officeDocument/2006/relationships/image" Target="../media/image33.jpeg"/><Relationship Id="rId5" Type="http://schemas.openxmlformats.org/officeDocument/2006/relationships/image" Target="../media/image27.jpe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jpe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9" y="0"/>
            <a:ext cx="12432028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81442E1-9D12-B16C-63FC-5832C075FF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0"/>
            <a:ext cx="124320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20358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9" y="0"/>
            <a:ext cx="12432028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81442E1-9D12-B16C-63FC-5832C075FF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0"/>
            <a:ext cx="12432028" cy="6858000"/>
          </a:xfrm>
          <a:prstGeom prst="rect">
            <a:avLst/>
          </a:prstGeom>
        </p:spPr>
      </p:pic>
      <p:sp>
        <p:nvSpPr>
          <p:cNvPr id="2" name="efectiva.com.pe">
            <a:extLst>
              <a:ext uri="{FF2B5EF4-FFF2-40B4-BE49-F238E27FC236}">
                <a16:creationId xmlns:a16="http://schemas.microsoft.com/office/drawing/2014/main" id="{4057729D-F935-AE2A-50B1-FAB6FA308897}"/>
              </a:ext>
            </a:extLst>
          </p:cNvPr>
          <p:cNvSpPr txBox="1"/>
          <p:nvPr userDrawn="1"/>
        </p:nvSpPr>
        <p:spPr>
          <a:xfrm>
            <a:off x="3460830" y="4406335"/>
            <a:ext cx="8459903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2500">
                <a:solidFill>
                  <a:srgbClr val="FFBA0D"/>
                </a:solidFill>
                <a:latin typeface="Marlin Sans Bold"/>
                <a:ea typeface="Marlin Sans Bold"/>
                <a:cs typeface="Marlin Sans Bold"/>
                <a:sym typeface="Marlin Sans Bold"/>
              </a:defRPr>
            </a:lvl1pPr>
          </a:lstStyle>
          <a:p>
            <a:r>
              <a:rPr sz="2400" b="1" dirty="0"/>
              <a:t>efectiva.com.pe</a:t>
            </a:r>
          </a:p>
        </p:txBody>
      </p:sp>
      <p:sp>
        <p:nvSpPr>
          <p:cNvPr id="4" name="Gracias">
            <a:extLst>
              <a:ext uri="{FF2B5EF4-FFF2-40B4-BE49-F238E27FC236}">
                <a16:creationId xmlns:a16="http://schemas.microsoft.com/office/drawing/2014/main" id="{581C3EBC-A1A5-2FAD-A316-76DDBC646C0E}"/>
              </a:ext>
            </a:extLst>
          </p:cNvPr>
          <p:cNvSpPr txBox="1"/>
          <p:nvPr userDrawn="1"/>
        </p:nvSpPr>
        <p:spPr>
          <a:xfrm>
            <a:off x="2447596" y="3066124"/>
            <a:ext cx="9577033" cy="783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lnSpc>
                <a:spcPct val="60000"/>
              </a:lnSpc>
              <a:defRPr sz="10000">
                <a:solidFill>
                  <a:srgbClr val="FFBA0D"/>
                </a:solidFill>
                <a:latin typeface="ITC Garamond Std Book Narrow"/>
                <a:ea typeface="ITC Garamond Std Book Narrow"/>
                <a:cs typeface="ITC Garamond Std Book Narrow"/>
                <a:sym typeface="ITC Garamond Std Book Narrow"/>
              </a:defRPr>
            </a:lvl1pPr>
          </a:lstStyle>
          <a:p>
            <a:r>
              <a:rPr sz="6600" dirty="0"/>
              <a:t>Gracias</a:t>
            </a:r>
          </a:p>
        </p:txBody>
      </p:sp>
      <p:sp>
        <p:nvSpPr>
          <p:cNvPr id="5" name="Av. El Derby 254 piso 21 Edificio Central Tower – Surco Telf: 641-2412">
            <a:extLst>
              <a:ext uri="{FF2B5EF4-FFF2-40B4-BE49-F238E27FC236}">
                <a16:creationId xmlns:a16="http://schemas.microsoft.com/office/drawing/2014/main" id="{705D7C38-0229-B766-E7DA-AC33A3DBE209}"/>
              </a:ext>
            </a:extLst>
          </p:cNvPr>
          <p:cNvSpPr txBox="1"/>
          <p:nvPr userDrawn="1"/>
        </p:nvSpPr>
        <p:spPr>
          <a:xfrm>
            <a:off x="3466315" y="4834413"/>
            <a:ext cx="8459903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2500">
                <a:solidFill>
                  <a:srgbClr val="FFBA0D"/>
                </a:solidFill>
                <a:latin typeface="Marlin Sans Regular"/>
                <a:ea typeface="Marlin Sans Regular"/>
                <a:cs typeface="Marlin Sans Regular"/>
                <a:sym typeface="Marlin Sans Regular"/>
              </a:defRPr>
            </a:lvl1pPr>
          </a:lstStyle>
          <a:p>
            <a:r>
              <a:rPr sz="1600" dirty="0"/>
              <a:t>Av. El Derby 254 piso 21 Edificio Central Tower </a:t>
            </a:r>
            <a:br>
              <a:rPr lang="es-MX" sz="1600" dirty="0"/>
            </a:br>
            <a:r>
              <a:rPr sz="1600" dirty="0" err="1"/>
              <a:t>Surco</a:t>
            </a:r>
            <a:r>
              <a:rPr sz="1600" dirty="0"/>
              <a:t> Telf: 641-2412</a:t>
            </a:r>
          </a:p>
        </p:txBody>
      </p:sp>
      <p:pic>
        <p:nvPicPr>
          <p:cNvPr id="6" name="Imagen 5" descr="redes sociales_Mesa de trabajo 1 copia 2.png">
            <a:hlinkClick r:id="rId4"/>
            <a:extLst>
              <a:ext uri="{FF2B5EF4-FFF2-40B4-BE49-F238E27FC236}">
                <a16:creationId xmlns:a16="http://schemas.microsoft.com/office/drawing/2014/main" id="{2DAC7A59-8624-369D-B068-BAD756E9A30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4989" y="6139764"/>
            <a:ext cx="712153" cy="573316"/>
          </a:xfrm>
          <a:prstGeom prst="rect">
            <a:avLst/>
          </a:prstGeom>
        </p:spPr>
      </p:pic>
      <p:pic>
        <p:nvPicPr>
          <p:cNvPr id="7" name="Imagen 6" descr="redes sociales_Mesa de trabajo 1 copia.png">
            <a:hlinkClick r:id="rId6"/>
            <a:extLst>
              <a:ext uri="{FF2B5EF4-FFF2-40B4-BE49-F238E27FC236}">
                <a16:creationId xmlns:a16="http://schemas.microsoft.com/office/drawing/2014/main" id="{2E017EA0-93E4-E1AA-41FC-C2435BDBBE7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5490" y="6176870"/>
            <a:ext cx="666063" cy="536211"/>
          </a:xfrm>
          <a:prstGeom prst="rect">
            <a:avLst/>
          </a:prstGeom>
        </p:spPr>
      </p:pic>
      <p:pic>
        <p:nvPicPr>
          <p:cNvPr id="8" name="Imagen 7" descr="redes sociales_Mesa de trabajo 1.png">
            <a:hlinkClick r:id="rId8"/>
            <a:extLst>
              <a:ext uri="{FF2B5EF4-FFF2-40B4-BE49-F238E27FC236}">
                <a16:creationId xmlns:a16="http://schemas.microsoft.com/office/drawing/2014/main" id="{6C957313-C8AE-F36D-DFA3-373E2AAA4E2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24529" y="6206911"/>
            <a:ext cx="696203" cy="56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67144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 userDrawn="1"/>
        </p:nvSpPr>
        <p:spPr>
          <a:xfrm>
            <a:off x="95209" y="6143620"/>
            <a:ext cx="1619219" cy="714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14" name="13 Rectángulo"/>
          <p:cNvSpPr/>
          <p:nvPr userDrawn="1"/>
        </p:nvSpPr>
        <p:spPr>
          <a:xfrm>
            <a:off x="1" y="44624"/>
            <a:ext cx="1824203" cy="115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1C4EBEE-7C7D-4C48-12D0-A4566DB000C3}"/>
              </a:ext>
            </a:extLst>
          </p:cNvPr>
          <p:cNvSpPr/>
          <p:nvPr userDrawn="1"/>
        </p:nvSpPr>
        <p:spPr>
          <a:xfrm>
            <a:off x="10950035" y="116632"/>
            <a:ext cx="1002616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C4D883D8-37B8-0779-89A7-0FFEC99AF2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1544" y="1620793"/>
            <a:ext cx="7944884" cy="404846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9A1A851-DA90-E2DB-2078-44FA8DC36A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8840"/>
            <a:ext cx="12192000" cy="683916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34ED716-D45F-DC40-3CEF-8B5B52B6D5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60299" y="3042942"/>
            <a:ext cx="5851916" cy="876422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2BCF47E7-80CA-C5B6-8B63-9BA7337C8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96" y="3042942"/>
            <a:ext cx="4814744" cy="74003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21910894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 userDrawn="1"/>
        </p:nvSpPr>
        <p:spPr>
          <a:xfrm>
            <a:off x="95209" y="6143620"/>
            <a:ext cx="1619219" cy="714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14" name="13 Rectángulo"/>
          <p:cNvSpPr/>
          <p:nvPr userDrawn="1"/>
        </p:nvSpPr>
        <p:spPr>
          <a:xfrm>
            <a:off x="1" y="44624"/>
            <a:ext cx="1824203" cy="115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1C4EBEE-7C7D-4C48-12D0-A4566DB000C3}"/>
              </a:ext>
            </a:extLst>
          </p:cNvPr>
          <p:cNvSpPr/>
          <p:nvPr userDrawn="1"/>
        </p:nvSpPr>
        <p:spPr>
          <a:xfrm>
            <a:off x="10950035" y="116632"/>
            <a:ext cx="1002616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C4D883D8-37B8-0779-89A7-0FFEC99AF2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1544" y="1620793"/>
            <a:ext cx="7944884" cy="404846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F5BCA7E-1865-FD92-D725-D5C7ECF768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1229" y="0"/>
            <a:ext cx="12223229" cy="6858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F3D606A-43AF-1DB7-6DC0-4BAF5DDD1D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74740" y="2564904"/>
            <a:ext cx="3067478" cy="1286054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2BCF47E7-80CA-C5B6-8B63-9BA7337C8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8048" y="3230930"/>
            <a:ext cx="4814744" cy="74003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5251615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 userDrawn="1"/>
        </p:nvSpPr>
        <p:spPr>
          <a:xfrm>
            <a:off x="95209" y="6143620"/>
            <a:ext cx="1619219" cy="714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14" name="13 Rectángulo"/>
          <p:cNvSpPr/>
          <p:nvPr userDrawn="1"/>
        </p:nvSpPr>
        <p:spPr>
          <a:xfrm>
            <a:off x="1" y="44624"/>
            <a:ext cx="1824203" cy="115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1C4EBEE-7C7D-4C48-12D0-A4566DB000C3}"/>
              </a:ext>
            </a:extLst>
          </p:cNvPr>
          <p:cNvSpPr/>
          <p:nvPr userDrawn="1"/>
        </p:nvSpPr>
        <p:spPr>
          <a:xfrm>
            <a:off x="10950035" y="116632"/>
            <a:ext cx="1002616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C4D883D8-37B8-0779-89A7-0FFEC99AF2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1544" y="1628800"/>
            <a:ext cx="6696744" cy="4048463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2BCF47E7-80CA-C5B6-8B63-9BA7337C8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592" y="3356992"/>
            <a:ext cx="5924405" cy="740030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620318053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 userDrawn="1"/>
        </p:nvSpPr>
        <p:spPr>
          <a:xfrm>
            <a:off x="95209" y="6143620"/>
            <a:ext cx="1619219" cy="714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14" name="13 Rectángulo"/>
          <p:cNvSpPr/>
          <p:nvPr userDrawn="1"/>
        </p:nvSpPr>
        <p:spPr>
          <a:xfrm>
            <a:off x="1" y="44624"/>
            <a:ext cx="1824203" cy="115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1C4EBEE-7C7D-4C48-12D0-A4566DB000C3}"/>
              </a:ext>
            </a:extLst>
          </p:cNvPr>
          <p:cNvSpPr/>
          <p:nvPr userDrawn="1"/>
        </p:nvSpPr>
        <p:spPr>
          <a:xfrm>
            <a:off x="10950035" y="116632"/>
            <a:ext cx="1002616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C4D883D8-37B8-0779-89A7-0FFEC99AF2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8316" y="281958"/>
            <a:ext cx="8176776" cy="5667323"/>
          </a:xfrm>
          <a:prstGeom prst="rect">
            <a:avLst/>
          </a:prstGeom>
        </p:spPr>
      </p:pic>
      <p:sp>
        <p:nvSpPr>
          <p:cNvPr id="2" name="Título 15">
            <a:extLst>
              <a:ext uri="{FF2B5EF4-FFF2-40B4-BE49-F238E27FC236}">
                <a16:creationId xmlns:a16="http://schemas.microsoft.com/office/drawing/2014/main" id="{C3A08921-31FE-E7ED-534F-491F518AF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6396" y="980728"/>
            <a:ext cx="4739539" cy="740030"/>
          </a:xfrm>
        </p:spPr>
        <p:txBody>
          <a:bodyPr/>
          <a:lstStyle>
            <a:lvl1pPr algn="r">
              <a:defRPr sz="2800">
                <a:solidFill>
                  <a:srgbClr val="003446"/>
                </a:solidFill>
                <a:effectLst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0E0AE42-7C3A-88D7-01E1-EF631CD1B0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21589" y="2276475"/>
            <a:ext cx="7270755" cy="3384773"/>
          </a:xfrm>
          <a:prstGeom prst="rect">
            <a:avLst/>
          </a:prstGeom>
        </p:spPr>
        <p:txBody>
          <a:bodyPr>
            <a:normAutofit/>
          </a:bodyPr>
          <a:lstStyle>
            <a:lvl1pPr marL="266700" indent="-266700">
              <a:buClr>
                <a:srgbClr val="92D050"/>
              </a:buClr>
              <a:buSzPct val="75000"/>
              <a:buFont typeface="Webdings" panose="05030102010509060703" pitchFamily="18" charset="2"/>
              <a:buChar char="n"/>
              <a:defRPr sz="2000">
                <a:solidFill>
                  <a:schemeClr val="bg1"/>
                </a:solidFill>
              </a:defRPr>
            </a:lvl1pPr>
            <a:lvl2pPr marL="717550" indent="-355600">
              <a:defRPr sz="1800">
                <a:solidFill>
                  <a:schemeClr val="bg1"/>
                </a:solidFill>
              </a:defRPr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</p:txBody>
      </p:sp>
    </p:spTree>
    <p:extLst>
      <p:ext uri="{BB962C8B-B14F-4D97-AF65-F5344CB8AC3E}">
        <p14:creationId xmlns:p14="http://schemas.microsoft.com/office/powerpoint/2010/main" val="469922776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Rectángulo"/>
          <p:cNvSpPr/>
          <p:nvPr userDrawn="1"/>
        </p:nvSpPr>
        <p:spPr>
          <a:xfrm>
            <a:off x="10416480" y="116632"/>
            <a:ext cx="1728192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4" name="3 Rectángulo"/>
          <p:cNvSpPr/>
          <p:nvPr userDrawn="1"/>
        </p:nvSpPr>
        <p:spPr>
          <a:xfrm>
            <a:off x="1" y="44624"/>
            <a:ext cx="1824203" cy="115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8372FE75-81CE-4D0A-972E-A7CDD776EEF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3410" y="1092498"/>
            <a:ext cx="7745742" cy="4816357"/>
          </a:xfrm>
          <a:prstGeom prst="rect">
            <a:avLst/>
          </a:prstGeom>
        </p:spPr>
      </p:pic>
      <p:sp>
        <p:nvSpPr>
          <p:cNvPr id="17" name="Título 16">
            <a:extLst>
              <a:ext uri="{FF2B5EF4-FFF2-40B4-BE49-F238E27FC236}">
                <a16:creationId xmlns:a16="http://schemas.microsoft.com/office/drawing/2014/main" id="{DE8CBB2F-1A8D-277E-7ABE-E9BA1BEB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343" y="2924944"/>
            <a:ext cx="7032781" cy="74003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46DF0CBE-B2E4-35D8-5C7D-FC68ADF43A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49343" y="4005064"/>
            <a:ext cx="6048209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1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61950" indent="0">
              <a:buNone/>
              <a:defRPr/>
            </a:lvl2pPr>
            <a:lvl3pPr marL="628650" indent="0">
              <a:buNone/>
              <a:defRPr/>
            </a:lvl3pPr>
            <a:lvl4pPr marL="895350" indent="0">
              <a:buNone/>
              <a:defRPr/>
            </a:lvl4pPr>
            <a:lvl5pPr marL="1162050" indent="0">
              <a:buNone/>
              <a:defRPr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797336103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1C4EBEE-7C7D-4C48-12D0-A4566DB000C3}"/>
              </a:ext>
            </a:extLst>
          </p:cNvPr>
          <p:cNvSpPr/>
          <p:nvPr userDrawn="1"/>
        </p:nvSpPr>
        <p:spPr>
          <a:xfrm>
            <a:off x="10950035" y="116632"/>
            <a:ext cx="1002616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C4D883D8-37B8-0779-89A7-0FFEC99AF2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07911" y="216024"/>
            <a:ext cx="8360497" cy="6309320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2BCF47E7-80CA-C5B6-8B63-9BA7337C8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869" y="888770"/>
            <a:ext cx="4739539" cy="740030"/>
          </a:xfrm>
        </p:spPr>
        <p:txBody>
          <a:bodyPr/>
          <a:lstStyle>
            <a:lvl1pPr algn="r">
              <a:defRPr sz="3200">
                <a:solidFill>
                  <a:srgbClr val="002060"/>
                </a:solidFill>
                <a:effectLst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7" name="Marcador de texto 7">
            <a:extLst>
              <a:ext uri="{FF2B5EF4-FFF2-40B4-BE49-F238E27FC236}">
                <a16:creationId xmlns:a16="http://schemas.microsoft.com/office/drawing/2014/main" id="{0A066DDE-61F0-B7C5-9183-67C98317D1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52673" y="2492896"/>
            <a:ext cx="7555695" cy="3908382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00B050"/>
              </a:buClr>
              <a:buSzPct val="75000"/>
              <a:buFont typeface="Webdings" panose="05030102010509060703" pitchFamily="18" charset="2"/>
              <a:buChar char="n"/>
              <a:defRPr sz="2400" i="1">
                <a:solidFill>
                  <a:schemeClr val="tx2">
                    <a:lumMod val="50000"/>
                  </a:schemeClr>
                </a:solidFill>
              </a:defRPr>
            </a:lvl1pPr>
            <a:lvl2pPr marL="806450" indent="-444500">
              <a:defRPr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</p:txBody>
      </p:sp>
    </p:spTree>
    <p:extLst>
      <p:ext uri="{BB962C8B-B14F-4D97-AF65-F5344CB8AC3E}">
        <p14:creationId xmlns:p14="http://schemas.microsoft.com/office/powerpoint/2010/main" val="2260092886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 userDrawn="1"/>
        </p:nvSpPr>
        <p:spPr>
          <a:xfrm>
            <a:off x="95209" y="6143620"/>
            <a:ext cx="1619219" cy="714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14" name="13 Rectángulo"/>
          <p:cNvSpPr/>
          <p:nvPr userDrawn="1"/>
        </p:nvSpPr>
        <p:spPr>
          <a:xfrm>
            <a:off x="1" y="44624"/>
            <a:ext cx="1824203" cy="115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1C4EBEE-7C7D-4C48-12D0-A4566DB000C3}"/>
              </a:ext>
            </a:extLst>
          </p:cNvPr>
          <p:cNvSpPr/>
          <p:nvPr userDrawn="1"/>
        </p:nvSpPr>
        <p:spPr>
          <a:xfrm>
            <a:off x="10950035" y="116632"/>
            <a:ext cx="1002616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C4D883D8-37B8-0779-89A7-0FFEC99AF2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1544" y="1620793"/>
            <a:ext cx="6768752" cy="4048463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2BCF47E7-80CA-C5B6-8B63-9BA7337C8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1583" y="3275009"/>
            <a:ext cx="6048673" cy="740030"/>
          </a:xfrm>
        </p:spPr>
        <p:txBody>
          <a:bodyPr/>
          <a:lstStyle>
            <a:lvl1pPr>
              <a:defRPr sz="2800">
                <a:solidFill>
                  <a:schemeClr val="tx2">
                    <a:lumMod val="75000"/>
                  </a:schemeClr>
                </a:solidFill>
                <a:effectLst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2753675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 userDrawn="1"/>
        </p:nvSpPr>
        <p:spPr>
          <a:xfrm>
            <a:off x="95209" y="6143620"/>
            <a:ext cx="1619219" cy="714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1C4EBEE-7C7D-4C48-12D0-A4566DB000C3}"/>
              </a:ext>
            </a:extLst>
          </p:cNvPr>
          <p:cNvSpPr/>
          <p:nvPr userDrawn="1"/>
        </p:nvSpPr>
        <p:spPr>
          <a:xfrm>
            <a:off x="10950035" y="116632"/>
            <a:ext cx="1002616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C4D883D8-37B8-0779-89A7-0FFEC99AF2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8316" y="281958"/>
            <a:ext cx="8176776" cy="5667323"/>
          </a:xfrm>
          <a:prstGeom prst="rect">
            <a:avLst/>
          </a:prstGeom>
        </p:spPr>
      </p:pic>
      <p:sp>
        <p:nvSpPr>
          <p:cNvPr id="2" name="Título 15">
            <a:extLst>
              <a:ext uri="{FF2B5EF4-FFF2-40B4-BE49-F238E27FC236}">
                <a16:creationId xmlns:a16="http://schemas.microsoft.com/office/drawing/2014/main" id="{C3A08921-31FE-E7ED-534F-491F518AF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6396" y="980728"/>
            <a:ext cx="4739539" cy="740030"/>
          </a:xfrm>
        </p:spPr>
        <p:txBody>
          <a:bodyPr/>
          <a:lstStyle>
            <a:lvl1pPr algn="r">
              <a:defRPr sz="2800">
                <a:solidFill>
                  <a:srgbClr val="190701"/>
                </a:solidFill>
                <a:effectLst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0E0AE42-7C3A-88D7-01E1-EF631CD1B0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21589" y="2276475"/>
            <a:ext cx="7270755" cy="3384773"/>
          </a:xfrm>
          <a:prstGeom prst="rect">
            <a:avLst/>
          </a:prstGeom>
        </p:spPr>
        <p:txBody>
          <a:bodyPr>
            <a:normAutofit/>
          </a:bodyPr>
          <a:lstStyle>
            <a:lvl1pPr marL="266700" indent="-266700">
              <a:buClr>
                <a:schemeClr val="accent1">
                  <a:lumMod val="75000"/>
                </a:schemeClr>
              </a:buClr>
              <a:buSzPct val="75000"/>
              <a:buFont typeface="Webdings" panose="05030102010509060703" pitchFamily="18" charset="2"/>
              <a:buChar char="n"/>
              <a:defRPr sz="2000">
                <a:solidFill>
                  <a:schemeClr val="bg1"/>
                </a:solidFill>
              </a:defRPr>
            </a:lvl1pPr>
            <a:lvl2pPr marL="717550" indent="-355600">
              <a:defRPr sz="1800">
                <a:solidFill>
                  <a:schemeClr val="bg1"/>
                </a:solidFill>
              </a:defRPr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</p:txBody>
      </p:sp>
    </p:spTree>
    <p:extLst>
      <p:ext uri="{BB962C8B-B14F-4D97-AF65-F5344CB8AC3E}">
        <p14:creationId xmlns:p14="http://schemas.microsoft.com/office/powerpoint/2010/main" val="3577405486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7EE457F-F590-D703-92F1-6B589CD1E4E9}"/>
              </a:ext>
            </a:extLst>
          </p:cNvPr>
          <p:cNvSpPr/>
          <p:nvPr userDrawn="1"/>
        </p:nvSpPr>
        <p:spPr>
          <a:xfrm>
            <a:off x="391409" y="116632"/>
            <a:ext cx="11537239" cy="7200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419513" y="147649"/>
            <a:ext cx="10645039" cy="658047"/>
          </a:xfrm>
          <a:noFill/>
        </p:spPr>
        <p:txBody>
          <a:bodyPr>
            <a:noAutofit/>
          </a:bodyPr>
          <a:lstStyle>
            <a:lvl1pPr algn="l">
              <a:defRPr lang="es-PE" dirty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5" name="4 Rectángulo redondeado"/>
          <p:cNvSpPr/>
          <p:nvPr userDrawn="1"/>
        </p:nvSpPr>
        <p:spPr>
          <a:xfrm>
            <a:off x="0" y="6215082"/>
            <a:ext cx="2666976" cy="6429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pic>
        <p:nvPicPr>
          <p:cNvPr id="2" name="Imagen" descr="Imagen">
            <a:extLst>
              <a:ext uri="{FF2B5EF4-FFF2-40B4-BE49-F238E27FC236}">
                <a16:creationId xmlns:a16="http://schemas.microsoft.com/office/drawing/2014/main" id="{A75AC3D5-3F67-67F0-90F7-870DC5DD01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92" y="231248"/>
            <a:ext cx="375999" cy="49084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58703510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8CFB6D7C-B2DB-682C-FD9A-494B6995D123}"/>
              </a:ext>
            </a:extLst>
          </p:cNvPr>
          <p:cNvSpPr/>
          <p:nvPr userDrawn="1"/>
        </p:nvSpPr>
        <p:spPr>
          <a:xfrm>
            <a:off x="479376" y="116632"/>
            <a:ext cx="11537239" cy="72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479376" y="147649"/>
            <a:ext cx="10585176" cy="658047"/>
          </a:xfrm>
          <a:noFill/>
        </p:spPr>
        <p:txBody>
          <a:bodyPr>
            <a:noAutofit/>
          </a:bodyPr>
          <a:lstStyle>
            <a:lvl1pPr algn="l">
              <a:defRPr lang="es-PE" dirty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5" name="4 Rectángulo redondeado"/>
          <p:cNvSpPr/>
          <p:nvPr userDrawn="1"/>
        </p:nvSpPr>
        <p:spPr>
          <a:xfrm>
            <a:off x="0" y="6215082"/>
            <a:ext cx="2666976" cy="6429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4A8BC53-89E3-09D1-8D9F-67DE3B1A58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95915" y="232811"/>
            <a:ext cx="377985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723351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436627" y="260650"/>
            <a:ext cx="10753194" cy="473530"/>
          </a:xfrm>
        </p:spPr>
        <p:txBody>
          <a:bodyPr>
            <a:noAutofit/>
          </a:bodyPr>
          <a:lstStyle>
            <a:lvl1pPr algn="l">
              <a:defRPr sz="2800" b="1" i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5" name="4 Rectángulo redondeado"/>
          <p:cNvSpPr/>
          <p:nvPr userDrawn="1"/>
        </p:nvSpPr>
        <p:spPr>
          <a:xfrm>
            <a:off x="0" y="6215082"/>
            <a:ext cx="2666976" cy="6429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44B68611-E2FE-2E08-8EA6-7C5BA40D5583}"/>
              </a:ext>
            </a:extLst>
          </p:cNvPr>
          <p:cNvCxnSpPr>
            <a:cxnSpLocks/>
          </p:cNvCxnSpPr>
          <p:nvPr userDrawn="1"/>
        </p:nvCxnSpPr>
        <p:spPr>
          <a:xfrm>
            <a:off x="436627" y="836712"/>
            <a:ext cx="10753194" cy="0"/>
          </a:xfrm>
          <a:prstGeom prst="line">
            <a:avLst/>
          </a:prstGeom>
          <a:ln w="698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" descr="Imagen">
            <a:extLst>
              <a:ext uri="{FF2B5EF4-FFF2-40B4-BE49-F238E27FC236}">
                <a16:creationId xmlns:a16="http://schemas.microsoft.com/office/drawing/2014/main" id="{9B858F38-4A63-3EA4-BFD5-AF03175438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5741" y="225137"/>
            <a:ext cx="504076" cy="65804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5832947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479376" y="188640"/>
            <a:ext cx="10712829" cy="357190"/>
          </a:xfrm>
        </p:spPr>
        <p:txBody>
          <a:bodyPr>
            <a:noAutofit/>
          </a:bodyPr>
          <a:lstStyle>
            <a:lvl1pPr algn="l">
              <a:defRPr sz="2400" b="1" i="1">
                <a:solidFill>
                  <a:srgbClr val="002060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5" name="4 Rectángulo redondeado"/>
          <p:cNvSpPr/>
          <p:nvPr userDrawn="1"/>
        </p:nvSpPr>
        <p:spPr>
          <a:xfrm>
            <a:off x="0" y="6215082"/>
            <a:ext cx="2666976" cy="6429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3" name="7 Marcador de texto">
            <a:extLst>
              <a:ext uri="{FF2B5EF4-FFF2-40B4-BE49-F238E27FC236}">
                <a16:creationId xmlns:a16="http://schemas.microsoft.com/office/drawing/2014/main" id="{DF4F923F-7CE3-4925-01D7-66F2BBD688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376" y="631602"/>
            <a:ext cx="10712829" cy="277118"/>
          </a:xfrm>
          <a:prstGeom prst="rect">
            <a:avLst/>
          </a:prstGeom>
          <a:solidFill>
            <a:srgbClr val="002060"/>
          </a:solidFill>
          <a:ln>
            <a:noFill/>
            <a:prstDash val="sysDot"/>
          </a:ln>
        </p:spPr>
        <p:txBody>
          <a:bodyPr anchor="ctr">
            <a:normAutofit/>
          </a:bodyPr>
          <a:lstStyle>
            <a:lvl1pPr marL="0" indent="0"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84758283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479376" y="188640"/>
            <a:ext cx="10712829" cy="357190"/>
          </a:xfrm>
        </p:spPr>
        <p:txBody>
          <a:bodyPr>
            <a:noAutofit/>
          </a:bodyPr>
          <a:lstStyle>
            <a:lvl1pPr algn="l">
              <a:defRPr sz="2400" b="1" i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5" name="4 Rectángulo redondeado"/>
          <p:cNvSpPr/>
          <p:nvPr userDrawn="1"/>
        </p:nvSpPr>
        <p:spPr>
          <a:xfrm>
            <a:off x="0" y="6215082"/>
            <a:ext cx="2666976" cy="6429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3" name="7 Marcador de texto">
            <a:extLst>
              <a:ext uri="{FF2B5EF4-FFF2-40B4-BE49-F238E27FC236}">
                <a16:creationId xmlns:a16="http://schemas.microsoft.com/office/drawing/2014/main" id="{DF4F923F-7CE3-4925-01D7-66F2BBD688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376" y="631602"/>
            <a:ext cx="10712829" cy="277118"/>
          </a:xfrm>
          <a:prstGeom prst="rect">
            <a:avLst/>
          </a:prstGeom>
          <a:solidFill>
            <a:srgbClr val="0070C0"/>
          </a:solidFill>
          <a:ln>
            <a:noFill/>
            <a:prstDash val="sysDot"/>
          </a:ln>
        </p:spPr>
        <p:txBody>
          <a:bodyPr anchor="ctr">
            <a:normAutofit/>
          </a:bodyPr>
          <a:lstStyle>
            <a:lvl1pPr marL="0" indent="0"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pic>
        <p:nvPicPr>
          <p:cNvPr id="2" name="Imagen" descr="Imagen">
            <a:extLst>
              <a:ext uri="{FF2B5EF4-FFF2-40B4-BE49-F238E27FC236}">
                <a16:creationId xmlns:a16="http://schemas.microsoft.com/office/drawing/2014/main" id="{9F795D93-CA57-7D28-4E1F-ED1A2647EA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5740" y="116632"/>
            <a:ext cx="559235" cy="730055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32673206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 userDrawn="1"/>
        </p:nvSpPr>
        <p:spPr>
          <a:xfrm>
            <a:off x="0" y="6215082"/>
            <a:ext cx="2666976" cy="6429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B3AC5366-289A-4B7F-8EBE-C484D2C8A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021068"/>
            <a:ext cx="11305256" cy="5435177"/>
          </a:xfrm>
          <a:prstGeom prst="rect">
            <a:avLst/>
          </a:prstGeom>
          <a:solidFill>
            <a:srgbClr val="E5EEF7"/>
          </a:solidFill>
        </p:spPr>
        <p:txBody>
          <a:bodyPr>
            <a:normAutofit/>
          </a:bodyPr>
          <a:lstStyle>
            <a:lvl1pPr marL="266700" indent="-266700">
              <a:buClr>
                <a:schemeClr val="tx2"/>
              </a:buClr>
              <a:buSzPct val="90000"/>
              <a:buFont typeface="Wingdings" panose="05000000000000000000" pitchFamily="2" charset="2"/>
              <a:buChar char="v"/>
              <a:defRPr sz="2000"/>
            </a:lvl1pPr>
            <a:lvl2pPr marL="541338" indent="-179388">
              <a:buClr>
                <a:srgbClr val="C00000"/>
              </a:buClr>
              <a:buSzPct val="125000"/>
              <a:buFont typeface="Arial" panose="020B0604020202020204" pitchFamily="34" charset="0"/>
              <a:buChar char="•"/>
              <a:defRPr sz="1800"/>
            </a:lvl2pPr>
            <a:lvl3pPr marL="895350" indent="-266700"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1D1DB0AC-2A0F-4568-97EE-508043A4E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88640"/>
            <a:ext cx="10640821" cy="357190"/>
          </a:xfrm>
        </p:spPr>
        <p:txBody>
          <a:bodyPr>
            <a:noAutofit/>
          </a:bodyPr>
          <a:lstStyle>
            <a:lvl1pPr algn="l">
              <a:defRPr sz="2400" b="1" i="1">
                <a:solidFill>
                  <a:srgbClr val="003446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7 Marcador de texto">
            <a:extLst>
              <a:ext uri="{FF2B5EF4-FFF2-40B4-BE49-F238E27FC236}">
                <a16:creationId xmlns:a16="http://schemas.microsoft.com/office/drawing/2014/main" id="{B7D6AAE8-AAD3-94F6-E190-7DB1B5D50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1384" y="631602"/>
            <a:ext cx="10640821" cy="277118"/>
          </a:xfrm>
          <a:prstGeom prst="rect">
            <a:avLst/>
          </a:prstGeom>
          <a:solidFill>
            <a:srgbClr val="0070C0"/>
          </a:solidFill>
          <a:ln>
            <a:noFill/>
            <a:prstDash val="sysDot"/>
          </a:ln>
        </p:spPr>
        <p:txBody>
          <a:bodyPr anchor="ctr">
            <a:normAutofit/>
          </a:bodyPr>
          <a:lstStyle>
            <a:lvl1pPr marL="0" indent="0"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pic>
        <p:nvPicPr>
          <p:cNvPr id="2" name="Imagen" descr="Imagen">
            <a:extLst>
              <a:ext uri="{FF2B5EF4-FFF2-40B4-BE49-F238E27FC236}">
                <a16:creationId xmlns:a16="http://schemas.microsoft.com/office/drawing/2014/main" id="{E7D48FA8-2AFE-5DA9-0109-0F0C6447A2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5740" y="116632"/>
            <a:ext cx="559235" cy="730055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20579077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>
            <a:extLst>
              <a:ext uri="{FF2B5EF4-FFF2-40B4-BE49-F238E27FC236}">
                <a16:creationId xmlns:a16="http://schemas.microsoft.com/office/drawing/2014/main" id="{C2D5E02A-0627-F094-1280-5F6B4D216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66" y="215388"/>
            <a:ext cx="10662439" cy="360040"/>
          </a:xfrm>
        </p:spPr>
        <p:txBody>
          <a:bodyPr>
            <a:noAutofit/>
          </a:bodyPr>
          <a:lstStyle>
            <a:lvl1pPr algn="l">
              <a:defRPr sz="2400" b="1" i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7 Marcador de texto">
            <a:extLst>
              <a:ext uri="{FF2B5EF4-FFF2-40B4-BE49-F238E27FC236}">
                <a16:creationId xmlns:a16="http://schemas.microsoft.com/office/drawing/2014/main" id="{DB0AB8EC-FE9B-78CE-729A-0BB5D6A62D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382" y="631602"/>
            <a:ext cx="10664823" cy="277118"/>
          </a:xfrm>
          <a:prstGeom prst="rect">
            <a:avLst/>
          </a:prstGeom>
          <a:solidFill>
            <a:srgbClr val="002060"/>
          </a:solidFill>
          <a:ln>
            <a:noFill/>
            <a:prstDash val="sysDot"/>
          </a:ln>
        </p:spPr>
        <p:txBody>
          <a:bodyPr anchor="ctr">
            <a:normAutofit/>
          </a:bodyPr>
          <a:lstStyle>
            <a:lvl1pPr marL="0" indent="0"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5" name="2 Marcador de texto">
            <a:extLst>
              <a:ext uri="{FF2B5EF4-FFF2-40B4-BE49-F238E27FC236}">
                <a16:creationId xmlns:a16="http://schemas.microsoft.com/office/drawing/2014/main" id="{F32BA347-201A-5CEA-83B3-100CDB38A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382" y="1071552"/>
            <a:ext cx="11329259" cy="5453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66700" lvl="0" indent="-2667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v"/>
            </a:pPr>
            <a:r>
              <a:rPr lang="es-ES" dirty="0"/>
              <a:t>Haga clic para modificar el estilo de texto del patrón</a:t>
            </a:r>
          </a:p>
          <a:p>
            <a:pPr marL="628650" lvl="1" indent="-2667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SzPct val="63000"/>
              <a:buFont typeface="Webdings" panose="05030102010509060703" pitchFamily="18" charset="2"/>
              <a:buChar char="n"/>
            </a:pPr>
            <a:r>
              <a:rPr lang="es-ES" dirty="0"/>
              <a:t>Segundo nivel</a:t>
            </a:r>
          </a:p>
          <a:p>
            <a:pPr marL="895350" lvl="2" indent="-2667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100000"/>
              <a:buFont typeface="Wingdings" panose="05000000000000000000" pitchFamily="2" charset="2"/>
              <a:buChar char="w"/>
            </a:pPr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638372" y="144336"/>
            <a:ext cx="10561176" cy="357190"/>
          </a:xfrm>
        </p:spPr>
        <p:txBody>
          <a:bodyPr>
            <a:noAutofit/>
          </a:bodyPr>
          <a:lstStyle>
            <a:lvl1pPr algn="l">
              <a:defRPr sz="2400" b="1" i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5" name="4 Rectángulo redondeado"/>
          <p:cNvSpPr/>
          <p:nvPr userDrawn="1"/>
        </p:nvSpPr>
        <p:spPr>
          <a:xfrm>
            <a:off x="0" y="6215082"/>
            <a:ext cx="2666976" cy="6429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3" name="7 Marcador de texto">
            <a:extLst>
              <a:ext uri="{FF2B5EF4-FFF2-40B4-BE49-F238E27FC236}">
                <a16:creationId xmlns:a16="http://schemas.microsoft.com/office/drawing/2014/main" id="{DF4F923F-7CE3-4925-01D7-66F2BBD688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1029" y="573534"/>
            <a:ext cx="10561176" cy="277118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anchor="ctr">
            <a:noAutofit/>
          </a:bodyPr>
          <a:lstStyle>
            <a:lvl1pPr marL="0" indent="0">
              <a:buNone/>
              <a:defRPr sz="1600" b="1" i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2" name="Rectángulo: una sola esquina redondeada 1">
            <a:extLst>
              <a:ext uri="{FF2B5EF4-FFF2-40B4-BE49-F238E27FC236}">
                <a16:creationId xmlns:a16="http://schemas.microsoft.com/office/drawing/2014/main" id="{4E08DA1B-8938-5DDD-9F4C-75DB40E1DE58}"/>
              </a:ext>
            </a:extLst>
          </p:cNvPr>
          <p:cNvSpPr/>
          <p:nvPr userDrawn="1"/>
        </p:nvSpPr>
        <p:spPr>
          <a:xfrm flipH="1">
            <a:off x="623392" y="1052736"/>
            <a:ext cx="11568608" cy="5805264"/>
          </a:xfrm>
          <a:prstGeom prst="round1Rect">
            <a:avLst>
              <a:gd name="adj" fmla="val 330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33CD0D2-4703-02D1-D39B-A092C2302397}"/>
              </a:ext>
            </a:extLst>
          </p:cNvPr>
          <p:cNvCxnSpPr>
            <a:cxnSpLocks/>
          </p:cNvCxnSpPr>
          <p:nvPr userDrawn="1"/>
        </p:nvCxnSpPr>
        <p:spPr>
          <a:xfrm flipV="1">
            <a:off x="631029" y="878357"/>
            <a:ext cx="10533395" cy="30363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6CBB5F1-1075-28DE-55E9-ED42DD63FC14}"/>
              </a:ext>
            </a:extLst>
          </p:cNvPr>
          <p:cNvCxnSpPr>
            <a:cxnSpLocks/>
          </p:cNvCxnSpPr>
          <p:nvPr userDrawn="1"/>
        </p:nvCxnSpPr>
        <p:spPr>
          <a:xfrm>
            <a:off x="11928648" y="908720"/>
            <a:ext cx="263352" cy="0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Imagen" descr="Imagen">
            <a:extLst>
              <a:ext uri="{FF2B5EF4-FFF2-40B4-BE49-F238E27FC236}">
                <a16:creationId xmlns:a16="http://schemas.microsoft.com/office/drawing/2014/main" id="{7F2E7CC9-F641-E875-2F02-6E6228C163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5740" y="116632"/>
            <a:ext cx="559235" cy="730055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32566233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638372" y="144336"/>
            <a:ext cx="10561176" cy="357190"/>
          </a:xfrm>
        </p:spPr>
        <p:txBody>
          <a:bodyPr>
            <a:noAutofit/>
          </a:bodyPr>
          <a:lstStyle>
            <a:lvl1pPr algn="l">
              <a:defRPr sz="2400" b="1" i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5" name="4 Rectángulo redondeado"/>
          <p:cNvSpPr/>
          <p:nvPr userDrawn="1"/>
        </p:nvSpPr>
        <p:spPr>
          <a:xfrm>
            <a:off x="0" y="6215082"/>
            <a:ext cx="2666976" cy="6429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3" name="7 Marcador de texto">
            <a:extLst>
              <a:ext uri="{FF2B5EF4-FFF2-40B4-BE49-F238E27FC236}">
                <a16:creationId xmlns:a16="http://schemas.microsoft.com/office/drawing/2014/main" id="{DF4F923F-7CE3-4925-01D7-66F2BBD688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1029" y="573534"/>
            <a:ext cx="10561176" cy="27711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  <a:prstDash val="sysDot"/>
          </a:ln>
        </p:spPr>
        <p:txBody>
          <a:bodyPr anchor="ctr">
            <a:noAutofit/>
          </a:bodyPr>
          <a:lstStyle>
            <a:lvl1pPr marL="0" indent="0">
              <a:buNone/>
              <a:defRPr sz="1800" b="1" i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2" name="Rectángulo: una sola esquina redondeada 1">
            <a:extLst>
              <a:ext uri="{FF2B5EF4-FFF2-40B4-BE49-F238E27FC236}">
                <a16:creationId xmlns:a16="http://schemas.microsoft.com/office/drawing/2014/main" id="{4E08DA1B-8938-5DDD-9F4C-75DB40E1DE58}"/>
              </a:ext>
            </a:extLst>
          </p:cNvPr>
          <p:cNvSpPr/>
          <p:nvPr userDrawn="1"/>
        </p:nvSpPr>
        <p:spPr>
          <a:xfrm flipH="1">
            <a:off x="623392" y="980728"/>
            <a:ext cx="11568608" cy="5877272"/>
          </a:xfrm>
          <a:prstGeom prst="round1Rect">
            <a:avLst>
              <a:gd name="adj" fmla="val 330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 Marcador de texto">
            <a:extLst>
              <a:ext uri="{FF2B5EF4-FFF2-40B4-BE49-F238E27FC236}">
                <a16:creationId xmlns:a16="http://schemas.microsoft.com/office/drawing/2014/main" id="{54066D92-FDFA-DA5C-9CD1-EB95B2A71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424" y="1124744"/>
            <a:ext cx="10945217" cy="558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66700" lvl="0" indent="-2667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v"/>
            </a:pPr>
            <a:r>
              <a:rPr lang="es-ES" dirty="0"/>
              <a:t>Haga clic para modificar el estilo de texto del patrón</a:t>
            </a:r>
          </a:p>
          <a:p>
            <a:pPr marL="628650" lvl="1" indent="-2667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SzPct val="63000"/>
              <a:buFont typeface="Webdings" panose="05030102010509060703" pitchFamily="18" charset="2"/>
              <a:buChar char="n"/>
            </a:pPr>
            <a:r>
              <a:rPr lang="es-ES" dirty="0"/>
              <a:t>Segundo nivel</a:t>
            </a:r>
          </a:p>
          <a:p>
            <a:pPr marL="895350" lvl="2" indent="-2667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100000"/>
              <a:buFont typeface="Wingdings" panose="05000000000000000000" pitchFamily="2" charset="2"/>
              <a:buChar char="w"/>
            </a:pPr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6410497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" descr="Imagen">
            <a:extLst>
              <a:ext uri="{FF2B5EF4-FFF2-40B4-BE49-F238E27FC236}">
                <a16:creationId xmlns:a16="http://schemas.microsoft.com/office/drawing/2014/main" id="{E8EF504B-8FE9-92DB-3B63-5DE6533793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6788" y="404664"/>
            <a:ext cx="1488782" cy="1944216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4 Rectángulo redondeado"/>
          <p:cNvSpPr/>
          <p:nvPr userDrawn="1"/>
        </p:nvSpPr>
        <p:spPr>
          <a:xfrm>
            <a:off x="10466430" y="4657"/>
            <a:ext cx="1725570" cy="6429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3" name="Rectángulo: una sola esquina redondeada 2">
            <a:extLst>
              <a:ext uri="{FF2B5EF4-FFF2-40B4-BE49-F238E27FC236}">
                <a16:creationId xmlns:a16="http://schemas.microsoft.com/office/drawing/2014/main" id="{C2ED9578-37A3-305C-7F33-F4FC4AD3F9D7}"/>
              </a:ext>
            </a:extLst>
          </p:cNvPr>
          <p:cNvSpPr/>
          <p:nvPr userDrawn="1"/>
        </p:nvSpPr>
        <p:spPr>
          <a:xfrm flipH="1">
            <a:off x="1864493" y="431998"/>
            <a:ext cx="10327507" cy="6453908"/>
          </a:xfrm>
          <a:prstGeom prst="round1Rect">
            <a:avLst>
              <a:gd name="adj" fmla="val 3308"/>
            </a:avLst>
          </a:prstGeom>
          <a:solidFill>
            <a:srgbClr val="D5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236787" y="548680"/>
            <a:ext cx="1488783" cy="1125241"/>
          </a:xfrm>
        </p:spPr>
        <p:txBody>
          <a:bodyPr anchor="t">
            <a:noAutofit/>
          </a:bodyPr>
          <a:lstStyle>
            <a:lvl1pPr algn="ctr">
              <a:defRPr sz="1600" b="1" i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2 Marcador de texto">
            <a:extLst>
              <a:ext uri="{FF2B5EF4-FFF2-40B4-BE49-F238E27FC236}">
                <a16:creationId xmlns:a16="http://schemas.microsoft.com/office/drawing/2014/main" id="{58A895AD-81FC-05C5-E4F9-3355CC13824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07568" y="647574"/>
            <a:ext cx="9649072" cy="6093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</a:lstStyle>
          <a:p>
            <a:pPr marL="266700" lvl="0" indent="-2667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v"/>
            </a:pPr>
            <a:r>
              <a:rPr lang="es-ES" dirty="0"/>
              <a:t>Haga clic para modificar el estilo de texto del patrón</a:t>
            </a:r>
          </a:p>
          <a:p>
            <a:pPr marL="628650" lvl="1" indent="-2667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SzPct val="63000"/>
              <a:buFont typeface="Webdings" panose="05030102010509060703" pitchFamily="18" charset="2"/>
              <a:buChar char="n"/>
            </a:pPr>
            <a:r>
              <a:rPr lang="es-ES" dirty="0"/>
              <a:t>Segundo nivel</a:t>
            </a:r>
          </a:p>
          <a:p>
            <a:pPr marL="895350" lvl="2" indent="-2667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100000"/>
              <a:buFont typeface="Wingdings" panose="05000000000000000000" pitchFamily="2" charset="2"/>
              <a:buChar char="w"/>
            </a:pPr>
            <a:r>
              <a:rPr lang="es-ES" dirty="0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65148892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63DFFAFE-5568-53D6-0DB7-361E150EB8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91344" y="332656"/>
            <a:ext cx="2384044" cy="2304256"/>
          </a:xfrm>
          <a:prstGeom prst="rect">
            <a:avLst/>
          </a:prstGeom>
        </p:spPr>
      </p:pic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318165" y="581374"/>
            <a:ext cx="2202410" cy="399354"/>
          </a:xfrm>
        </p:spPr>
        <p:txBody>
          <a:bodyPr>
            <a:noAutofit/>
          </a:bodyPr>
          <a:lstStyle>
            <a:lvl1pPr algn="l">
              <a:defRPr sz="1600" b="1" i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5" name="4 Rectángulo redondeado"/>
          <p:cNvSpPr/>
          <p:nvPr userDrawn="1"/>
        </p:nvSpPr>
        <p:spPr>
          <a:xfrm>
            <a:off x="0" y="6215082"/>
            <a:ext cx="2666976" cy="6429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3" name="7 Marcador de texto">
            <a:extLst>
              <a:ext uri="{FF2B5EF4-FFF2-40B4-BE49-F238E27FC236}">
                <a16:creationId xmlns:a16="http://schemas.microsoft.com/office/drawing/2014/main" id="{DF4F923F-7CE3-4925-01D7-66F2BBD688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8165" y="1299421"/>
            <a:ext cx="2130402" cy="357190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36976627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 userDrawn="1"/>
        </p:nvSpPr>
        <p:spPr>
          <a:xfrm>
            <a:off x="0" y="6215082"/>
            <a:ext cx="2666976" cy="6429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66A0E9CD-1ECD-D5E3-B21D-86F9BCCF8B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80376" y="260648"/>
            <a:ext cx="2384044" cy="2334719"/>
          </a:xfrm>
          <a:prstGeom prst="rect">
            <a:avLst/>
          </a:prstGeom>
        </p:spPr>
      </p:pic>
      <p:sp>
        <p:nvSpPr>
          <p:cNvPr id="4" name="1 Título">
            <a:extLst>
              <a:ext uri="{FF2B5EF4-FFF2-40B4-BE49-F238E27FC236}">
                <a16:creationId xmlns:a16="http://schemas.microsoft.com/office/drawing/2014/main" id="{37537D4E-0910-A6A0-826A-D29A8B0AB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2642" y="1144833"/>
            <a:ext cx="2202410" cy="399354"/>
          </a:xfrm>
        </p:spPr>
        <p:txBody>
          <a:bodyPr>
            <a:noAutofit/>
          </a:bodyPr>
          <a:lstStyle>
            <a:lvl1pPr algn="l">
              <a:defRPr sz="1600" b="1" i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6" name="7 Marcador de texto">
            <a:extLst>
              <a:ext uri="{FF2B5EF4-FFF2-40B4-BE49-F238E27FC236}">
                <a16:creationId xmlns:a16="http://schemas.microsoft.com/office/drawing/2014/main" id="{D1E9B5A2-05D0-63D0-EA0C-523CB7B581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62642" y="1862880"/>
            <a:ext cx="2130402" cy="357190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AECE533-879F-8625-1236-117D9BD8D72B}"/>
              </a:ext>
            </a:extLst>
          </p:cNvPr>
          <p:cNvSpPr/>
          <p:nvPr userDrawn="1"/>
        </p:nvSpPr>
        <p:spPr>
          <a:xfrm>
            <a:off x="11208568" y="116632"/>
            <a:ext cx="792088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: una sola esquina redondeada 7">
            <a:extLst>
              <a:ext uri="{FF2B5EF4-FFF2-40B4-BE49-F238E27FC236}">
                <a16:creationId xmlns:a16="http://schemas.microsoft.com/office/drawing/2014/main" id="{32EE5EDB-7F64-FD3D-8E83-90FB1391AEB6}"/>
              </a:ext>
            </a:extLst>
          </p:cNvPr>
          <p:cNvSpPr/>
          <p:nvPr userDrawn="1"/>
        </p:nvSpPr>
        <p:spPr>
          <a:xfrm>
            <a:off x="1" y="404092"/>
            <a:ext cx="9309000" cy="6453908"/>
          </a:xfrm>
          <a:prstGeom prst="round1Rect">
            <a:avLst>
              <a:gd name="adj" fmla="val 3308"/>
            </a:avLst>
          </a:prstGeom>
          <a:solidFill>
            <a:srgbClr val="D5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2659287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BC1D8E2-9C97-7100-E79C-FBFE49CBF7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376" y="116632"/>
            <a:ext cx="7459116" cy="720080"/>
          </a:xfrm>
          <a:prstGeom prst="rect">
            <a:avLst/>
          </a:prstGeom>
        </p:spPr>
      </p:pic>
      <p:sp>
        <p:nvSpPr>
          <p:cNvPr id="5" name="4 Rectángulo redondeado"/>
          <p:cNvSpPr/>
          <p:nvPr userDrawn="1"/>
        </p:nvSpPr>
        <p:spPr>
          <a:xfrm>
            <a:off x="0" y="6215082"/>
            <a:ext cx="2666976" cy="6429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4A8BC53-89E3-09D1-8D9F-67DE3B1A58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95915" y="232811"/>
            <a:ext cx="377985" cy="48772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8B59593-E6BF-8E28-6C9E-5AFA06C424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88830" y="116632"/>
            <a:ext cx="7459116" cy="720080"/>
          </a:xfrm>
          <a:prstGeom prst="rect">
            <a:avLst/>
          </a:prstGeom>
        </p:spPr>
      </p:pic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551384" y="147649"/>
            <a:ext cx="10729192" cy="658047"/>
          </a:xfrm>
          <a:noFill/>
        </p:spPr>
        <p:txBody>
          <a:bodyPr>
            <a:noAutofit/>
          </a:bodyPr>
          <a:lstStyle>
            <a:lvl1pPr algn="l">
              <a:defRPr lang="es-PE" dirty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48051365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479376" y="188640"/>
            <a:ext cx="10712829" cy="357190"/>
          </a:xfrm>
        </p:spPr>
        <p:txBody>
          <a:bodyPr>
            <a:noAutofit/>
          </a:bodyPr>
          <a:lstStyle>
            <a:lvl1pPr algn="l">
              <a:defRPr sz="2400" b="1" i="1">
                <a:solidFill>
                  <a:srgbClr val="19070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5" name="4 Rectángulo redondeado"/>
          <p:cNvSpPr/>
          <p:nvPr userDrawn="1"/>
        </p:nvSpPr>
        <p:spPr>
          <a:xfrm>
            <a:off x="0" y="6215082"/>
            <a:ext cx="2666976" cy="6429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3" name="7 Marcador de texto">
            <a:extLst>
              <a:ext uri="{FF2B5EF4-FFF2-40B4-BE49-F238E27FC236}">
                <a16:creationId xmlns:a16="http://schemas.microsoft.com/office/drawing/2014/main" id="{DF4F923F-7CE3-4925-01D7-66F2BBD688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376" y="631602"/>
            <a:ext cx="10712829" cy="277118"/>
          </a:xfrm>
          <a:prstGeom prst="rect">
            <a:avLst/>
          </a:prstGeom>
          <a:solidFill>
            <a:srgbClr val="FD6E03"/>
          </a:solidFill>
          <a:ln>
            <a:noFill/>
            <a:prstDash val="sysDot"/>
          </a:ln>
        </p:spPr>
        <p:txBody>
          <a:bodyPr anchor="ctr">
            <a:normAutofit/>
          </a:bodyPr>
          <a:lstStyle>
            <a:lvl1pPr marL="0" indent="0"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pic>
        <p:nvPicPr>
          <p:cNvPr id="2" name="Imagen" descr="Imagen">
            <a:extLst>
              <a:ext uri="{FF2B5EF4-FFF2-40B4-BE49-F238E27FC236}">
                <a16:creationId xmlns:a16="http://schemas.microsoft.com/office/drawing/2014/main" id="{9F795D93-CA57-7D28-4E1F-ED1A2647EA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5740" y="141298"/>
            <a:ext cx="540899" cy="695414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55015807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>
            <a:extLst>
              <a:ext uri="{FF2B5EF4-FFF2-40B4-BE49-F238E27FC236}">
                <a16:creationId xmlns:a16="http://schemas.microsoft.com/office/drawing/2014/main" id="{89D7C556-979C-BA68-47F9-F2ED8862E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88640"/>
            <a:ext cx="10640821" cy="357190"/>
          </a:xfrm>
        </p:spPr>
        <p:txBody>
          <a:bodyPr>
            <a:noAutofit/>
          </a:bodyPr>
          <a:lstStyle>
            <a:lvl1pPr algn="l">
              <a:defRPr sz="2400" b="1" i="1">
                <a:solidFill>
                  <a:srgbClr val="19070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4" name="7 Marcador de texto">
            <a:extLst>
              <a:ext uri="{FF2B5EF4-FFF2-40B4-BE49-F238E27FC236}">
                <a16:creationId xmlns:a16="http://schemas.microsoft.com/office/drawing/2014/main" id="{7DD5323C-F885-6F26-FC78-3A333D1209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382" y="631602"/>
            <a:ext cx="10664823" cy="277118"/>
          </a:xfrm>
          <a:prstGeom prst="rect">
            <a:avLst/>
          </a:prstGeom>
          <a:solidFill>
            <a:srgbClr val="FD6E03"/>
          </a:solidFill>
          <a:ln>
            <a:noFill/>
            <a:prstDash val="sysDot"/>
          </a:ln>
        </p:spPr>
        <p:txBody>
          <a:bodyPr anchor="ctr">
            <a:normAutofit/>
          </a:bodyPr>
          <a:lstStyle>
            <a:lvl1pPr marL="0" indent="0"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6" name="2 Marcador de texto">
            <a:extLst>
              <a:ext uri="{FF2B5EF4-FFF2-40B4-BE49-F238E27FC236}">
                <a16:creationId xmlns:a16="http://schemas.microsoft.com/office/drawing/2014/main" id="{A1568F16-AAB7-87C5-D49E-0E0F8814F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382" y="1071552"/>
            <a:ext cx="11329259" cy="5453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66700" lvl="0" indent="-2667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v"/>
            </a:pPr>
            <a:r>
              <a:rPr lang="es-ES" dirty="0"/>
              <a:t>Haga clic para modificar el estilo de texto del patrón</a:t>
            </a:r>
          </a:p>
          <a:p>
            <a:pPr marL="628650" lvl="1" indent="-2667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SzPct val="63000"/>
              <a:buFont typeface="Webdings" panose="05030102010509060703" pitchFamily="18" charset="2"/>
              <a:buChar char="n"/>
            </a:pPr>
            <a:r>
              <a:rPr lang="es-ES" dirty="0"/>
              <a:t>Segundo nivel</a:t>
            </a:r>
          </a:p>
          <a:p>
            <a:pPr marL="895350" lvl="2" indent="-2667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100000"/>
              <a:buFont typeface="Wingdings" panose="05000000000000000000" pitchFamily="2" charset="2"/>
              <a:buChar char="w"/>
            </a:pPr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pic>
        <p:nvPicPr>
          <p:cNvPr id="2" name="Imagen" descr="Imagen">
            <a:extLst>
              <a:ext uri="{FF2B5EF4-FFF2-40B4-BE49-F238E27FC236}">
                <a16:creationId xmlns:a16="http://schemas.microsoft.com/office/drawing/2014/main" id="{E0067360-C97D-7D94-5E46-D8D1210F86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5740" y="141298"/>
            <a:ext cx="540899" cy="695414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</p:pic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 redondeado"/>
          <p:cNvSpPr/>
          <p:nvPr userDrawn="1"/>
        </p:nvSpPr>
        <p:spPr>
          <a:xfrm>
            <a:off x="10032437" y="6165304"/>
            <a:ext cx="2159563" cy="6926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8" name="1 Título">
            <a:extLst>
              <a:ext uri="{FF2B5EF4-FFF2-40B4-BE49-F238E27FC236}">
                <a16:creationId xmlns:a16="http://schemas.microsoft.com/office/drawing/2014/main" id="{7D4756BD-EFF9-4DDA-14B7-EB28AAE0D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66" y="159214"/>
            <a:ext cx="10662439" cy="360040"/>
          </a:xfrm>
        </p:spPr>
        <p:txBody>
          <a:bodyPr>
            <a:noAutofit/>
          </a:bodyPr>
          <a:lstStyle>
            <a:lvl1pPr algn="l">
              <a:defRPr sz="2400" b="1" i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3" name="Imagen" descr="Imagen">
            <a:extLst>
              <a:ext uri="{FF2B5EF4-FFF2-40B4-BE49-F238E27FC236}">
                <a16:creationId xmlns:a16="http://schemas.microsoft.com/office/drawing/2014/main" id="{3CD99E22-2D25-04AA-C700-5461751949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4232" y="1700808"/>
            <a:ext cx="2940454" cy="3839969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7 Marcador de texto"/>
          <p:cNvSpPr>
            <a:spLocks noGrp="1"/>
          </p:cNvSpPr>
          <p:nvPr>
            <p:ph type="body" sz="quarter" idx="11"/>
          </p:nvPr>
        </p:nvSpPr>
        <p:spPr>
          <a:xfrm>
            <a:off x="8244366" y="2067967"/>
            <a:ext cx="2880320" cy="2115608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4" name="7 Marcador de texto">
            <a:extLst>
              <a:ext uri="{FF2B5EF4-FFF2-40B4-BE49-F238E27FC236}">
                <a16:creationId xmlns:a16="http://schemas.microsoft.com/office/drawing/2014/main" id="{5BFEF87A-7D6D-696E-24C9-4A891ACEC7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382" y="631602"/>
            <a:ext cx="10664823" cy="277118"/>
          </a:xfrm>
          <a:prstGeom prst="rect">
            <a:avLst/>
          </a:prstGeom>
          <a:solidFill>
            <a:srgbClr val="002060"/>
          </a:solidFill>
          <a:ln>
            <a:noFill/>
            <a:prstDash val="sysDot"/>
          </a:ln>
        </p:spPr>
        <p:txBody>
          <a:bodyPr anchor="ctr">
            <a:normAutofit/>
          </a:bodyPr>
          <a:lstStyle>
            <a:lvl1pPr marL="0" indent="0"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5" name="2 Marcador de texto">
            <a:extLst>
              <a:ext uri="{FF2B5EF4-FFF2-40B4-BE49-F238E27FC236}">
                <a16:creationId xmlns:a16="http://schemas.microsoft.com/office/drawing/2014/main" id="{5D29E681-3394-FE13-50F2-307C3125A28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366" y="1034666"/>
            <a:ext cx="7500850" cy="53466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</a:lstStyle>
          <a:p>
            <a:pPr marL="266700" lvl="0" indent="-2667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v"/>
            </a:pPr>
            <a:r>
              <a:rPr lang="es-ES" dirty="0"/>
              <a:t>Haga clic para modificar el estilo de texto del patrón</a:t>
            </a:r>
          </a:p>
          <a:p>
            <a:pPr marL="628650" lvl="1" indent="-2667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SzPct val="63000"/>
              <a:buFont typeface="Webdings" panose="05030102010509060703" pitchFamily="18" charset="2"/>
              <a:buChar char="n"/>
            </a:pPr>
            <a:r>
              <a:rPr lang="es-ES" dirty="0"/>
              <a:t>Segundo nivel</a:t>
            </a:r>
          </a:p>
          <a:p>
            <a:pPr marL="895350" lvl="2" indent="-2667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100000"/>
              <a:buFont typeface="Wingdings" panose="05000000000000000000" pitchFamily="2" charset="2"/>
              <a:buChar char="w"/>
            </a:pPr>
            <a:r>
              <a:rPr lang="es-ES" dirty="0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846389377"/>
      </p:ext>
    </p:extLst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631029" y="188640"/>
            <a:ext cx="10561176" cy="357190"/>
          </a:xfrm>
        </p:spPr>
        <p:txBody>
          <a:bodyPr>
            <a:noAutofit/>
          </a:bodyPr>
          <a:lstStyle>
            <a:lvl1pPr algn="l">
              <a:defRPr sz="2400" b="1" i="1">
                <a:solidFill>
                  <a:srgbClr val="002060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5" name="4 Rectángulo redondeado"/>
          <p:cNvSpPr/>
          <p:nvPr userDrawn="1"/>
        </p:nvSpPr>
        <p:spPr>
          <a:xfrm>
            <a:off x="0" y="6215082"/>
            <a:ext cx="2666976" cy="6429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3" name="7 Marcador de texto">
            <a:extLst>
              <a:ext uri="{FF2B5EF4-FFF2-40B4-BE49-F238E27FC236}">
                <a16:creationId xmlns:a16="http://schemas.microsoft.com/office/drawing/2014/main" id="{DF4F923F-7CE3-4925-01D7-66F2BBD688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1029" y="631602"/>
            <a:ext cx="10561176" cy="277118"/>
          </a:xfrm>
          <a:prstGeom prst="rect">
            <a:avLst/>
          </a:prstGeom>
          <a:solidFill>
            <a:srgbClr val="002060"/>
          </a:solidFill>
          <a:ln>
            <a:noFill/>
            <a:prstDash val="sysDot"/>
          </a:ln>
        </p:spPr>
        <p:txBody>
          <a:bodyPr anchor="ctr">
            <a:normAutofit/>
          </a:bodyPr>
          <a:lstStyle>
            <a:lvl1pPr marL="0" indent="0"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4" name="Rectángulo: esquinas superiores redondeadas 3">
            <a:extLst>
              <a:ext uri="{FF2B5EF4-FFF2-40B4-BE49-F238E27FC236}">
                <a16:creationId xmlns:a16="http://schemas.microsoft.com/office/drawing/2014/main" id="{1AB47330-0230-204E-2CC2-A52376B8E2D3}"/>
              </a:ext>
            </a:extLst>
          </p:cNvPr>
          <p:cNvSpPr/>
          <p:nvPr userDrawn="1"/>
        </p:nvSpPr>
        <p:spPr>
          <a:xfrm>
            <a:off x="6084666" y="1623430"/>
            <a:ext cx="5747443" cy="74187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7E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: esquinas superiores redondeadas 5">
            <a:extLst>
              <a:ext uri="{FF2B5EF4-FFF2-40B4-BE49-F238E27FC236}">
                <a16:creationId xmlns:a16="http://schemas.microsoft.com/office/drawing/2014/main" id="{A8A62AED-9192-1180-E623-0FD6E4E18BE3}"/>
              </a:ext>
            </a:extLst>
          </p:cNvPr>
          <p:cNvSpPr/>
          <p:nvPr userDrawn="1"/>
        </p:nvSpPr>
        <p:spPr>
          <a:xfrm>
            <a:off x="334296" y="1623430"/>
            <a:ext cx="5544616" cy="74187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rgbClr val="2335FD"/>
                </a:solidFill>
              </a:rPr>
              <a:t>&lt;</a:t>
            </a:r>
            <a:endParaRPr lang="es-PE" dirty="0">
              <a:solidFill>
                <a:srgbClr val="2335FD"/>
              </a:solidFill>
            </a:endParaRPr>
          </a:p>
        </p:txBody>
      </p:sp>
      <p:sp>
        <p:nvSpPr>
          <p:cNvPr id="7" name="Rectángulo: esquinas superiores redondeadas 6">
            <a:extLst>
              <a:ext uri="{FF2B5EF4-FFF2-40B4-BE49-F238E27FC236}">
                <a16:creationId xmlns:a16="http://schemas.microsoft.com/office/drawing/2014/main" id="{70EE9888-7272-8CED-9B39-700512045079}"/>
              </a:ext>
            </a:extLst>
          </p:cNvPr>
          <p:cNvSpPr/>
          <p:nvPr userDrawn="1"/>
        </p:nvSpPr>
        <p:spPr>
          <a:xfrm rot="10800000">
            <a:off x="6084666" y="2214564"/>
            <a:ext cx="5747443" cy="3452990"/>
          </a:xfrm>
          <a:prstGeom prst="round2SameRect">
            <a:avLst>
              <a:gd name="adj1" fmla="val 8963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B96769A2-6856-E22D-3E2A-59B4AE1C147E}"/>
              </a:ext>
            </a:extLst>
          </p:cNvPr>
          <p:cNvSpPr/>
          <p:nvPr userDrawn="1"/>
        </p:nvSpPr>
        <p:spPr>
          <a:xfrm rot="10800000">
            <a:off x="334296" y="2228104"/>
            <a:ext cx="5544616" cy="3515298"/>
          </a:xfrm>
          <a:prstGeom prst="round2SameRect">
            <a:avLst>
              <a:gd name="adj1" fmla="val 8963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7 Marcador de texto">
            <a:extLst>
              <a:ext uri="{FF2B5EF4-FFF2-40B4-BE49-F238E27FC236}">
                <a16:creationId xmlns:a16="http://schemas.microsoft.com/office/drawing/2014/main" id="{7380E9BD-A56F-AC09-5280-A2152B8E53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2123" y="1701488"/>
            <a:ext cx="4752528" cy="431368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13" name="7 Marcador de texto">
            <a:extLst>
              <a:ext uri="{FF2B5EF4-FFF2-40B4-BE49-F238E27FC236}">
                <a16:creationId xmlns:a16="http://schemas.microsoft.com/office/drawing/2014/main" id="{E4558720-ED68-7455-2787-14B1E1F7E3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0340" y="1701488"/>
            <a:ext cx="4752528" cy="431368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17" name="2 Marcador de texto">
            <a:extLst>
              <a:ext uri="{FF2B5EF4-FFF2-40B4-BE49-F238E27FC236}">
                <a16:creationId xmlns:a16="http://schemas.microsoft.com/office/drawing/2014/main" id="{6F2D0A0A-6A0B-27B2-7C6D-0587B016794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319" y="2365302"/>
            <a:ext cx="5136570" cy="3223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</a:lstStyle>
          <a:p>
            <a:pPr marL="266700" lvl="0" indent="-2667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v"/>
            </a:pPr>
            <a:r>
              <a:rPr lang="es-ES" dirty="0"/>
              <a:t>Haga clic para modificar el estilo de texto del patrón</a:t>
            </a:r>
          </a:p>
          <a:p>
            <a:pPr marL="628650" lvl="1" indent="-2667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SzPct val="63000"/>
              <a:buFont typeface="Webdings" panose="05030102010509060703" pitchFamily="18" charset="2"/>
              <a:buChar char="n"/>
            </a:pPr>
            <a:r>
              <a:rPr lang="es-ES" dirty="0"/>
              <a:t>Segundo nivel</a:t>
            </a:r>
          </a:p>
          <a:p>
            <a:pPr marL="895350" lvl="2" indent="-2667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100000"/>
              <a:buFont typeface="Wingdings" panose="05000000000000000000" pitchFamily="2" charset="2"/>
              <a:buChar char="w"/>
            </a:pPr>
            <a:r>
              <a:rPr lang="es-ES" dirty="0"/>
              <a:t>Tercer nivel</a:t>
            </a:r>
          </a:p>
        </p:txBody>
      </p:sp>
      <p:sp>
        <p:nvSpPr>
          <p:cNvPr id="18" name="2 Marcador de texto">
            <a:extLst>
              <a:ext uri="{FF2B5EF4-FFF2-40B4-BE49-F238E27FC236}">
                <a16:creationId xmlns:a16="http://schemas.microsoft.com/office/drawing/2014/main" id="{520C6FD2-7284-4714-4C59-6CDF9D665EA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90102" y="2336960"/>
            <a:ext cx="5136570" cy="3223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</a:lstStyle>
          <a:p>
            <a:pPr marL="266700" lvl="0" indent="-2667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v"/>
            </a:pPr>
            <a:r>
              <a:rPr lang="es-ES" dirty="0"/>
              <a:t>Haga clic para modificar el estilo de texto del patrón</a:t>
            </a:r>
          </a:p>
          <a:p>
            <a:pPr marL="628650" lvl="1" indent="-2667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SzPct val="63000"/>
              <a:buFont typeface="Webdings" panose="05030102010509060703" pitchFamily="18" charset="2"/>
              <a:buChar char="n"/>
            </a:pPr>
            <a:r>
              <a:rPr lang="es-ES" dirty="0"/>
              <a:t>Segundo nivel</a:t>
            </a:r>
          </a:p>
          <a:p>
            <a:pPr marL="895350" lvl="2" indent="-2667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100000"/>
              <a:buFont typeface="Wingdings" panose="05000000000000000000" pitchFamily="2" charset="2"/>
              <a:buChar char="w"/>
            </a:pPr>
            <a:r>
              <a:rPr lang="es-ES" dirty="0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162915294"/>
      </p:ext>
    </p:extLst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>
            <a:extLst>
              <a:ext uri="{FF2B5EF4-FFF2-40B4-BE49-F238E27FC236}">
                <a16:creationId xmlns:a16="http://schemas.microsoft.com/office/drawing/2014/main" id="{9866A6A2-258A-58F3-4793-B3F2DFEB0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66" y="159214"/>
            <a:ext cx="10662439" cy="360040"/>
          </a:xfrm>
        </p:spPr>
        <p:txBody>
          <a:bodyPr>
            <a:noAutofit/>
          </a:bodyPr>
          <a:lstStyle>
            <a:lvl1pPr algn="l">
              <a:defRPr sz="2400" b="1" i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5" name="7 Marcador de texto">
            <a:extLst>
              <a:ext uri="{FF2B5EF4-FFF2-40B4-BE49-F238E27FC236}">
                <a16:creationId xmlns:a16="http://schemas.microsoft.com/office/drawing/2014/main" id="{D62D5AE0-EA4C-5ADF-FCDC-2B18EC240A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382" y="631602"/>
            <a:ext cx="10664823" cy="277118"/>
          </a:xfrm>
          <a:prstGeom prst="rect">
            <a:avLst/>
          </a:prstGeom>
          <a:solidFill>
            <a:srgbClr val="002060"/>
          </a:solidFill>
          <a:ln>
            <a:noFill/>
            <a:prstDash val="sysDot"/>
          </a:ln>
        </p:spPr>
        <p:txBody>
          <a:bodyPr anchor="ctr">
            <a:normAutofit/>
          </a:bodyPr>
          <a:lstStyle>
            <a:lvl1pPr marL="0" indent="0"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6" name="2 Marcador de texto">
            <a:extLst>
              <a:ext uri="{FF2B5EF4-FFF2-40B4-BE49-F238E27FC236}">
                <a16:creationId xmlns:a16="http://schemas.microsoft.com/office/drawing/2014/main" id="{C16AF867-4437-3F6D-12CD-6F01F14DA1D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1126" y="1021068"/>
            <a:ext cx="11407522" cy="2479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</a:lstStyle>
          <a:p>
            <a:pPr marL="266700" lvl="0" indent="-2667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v"/>
            </a:pPr>
            <a:r>
              <a:rPr lang="es-ES" dirty="0"/>
              <a:t>Haga clic para modificar el estilo de texto del patrón</a:t>
            </a:r>
          </a:p>
          <a:p>
            <a:pPr marL="628650" lvl="1" indent="-2667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SzPct val="63000"/>
              <a:buFont typeface="Webdings" panose="05030102010509060703" pitchFamily="18" charset="2"/>
              <a:buChar char="n"/>
            </a:pPr>
            <a:r>
              <a:rPr lang="es-ES" dirty="0"/>
              <a:t>Segundo nivel</a:t>
            </a:r>
          </a:p>
          <a:p>
            <a:pPr marL="895350" lvl="2" indent="-2667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100000"/>
              <a:buFont typeface="Wingdings" panose="05000000000000000000" pitchFamily="2" charset="2"/>
              <a:buChar char="w"/>
            </a:pPr>
            <a:r>
              <a:rPr lang="es-ES" dirty="0"/>
              <a:t>Tercer nivel</a:t>
            </a:r>
          </a:p>
        </p:txBody>
      </p:sp>
      <p:sp>
        <p:nvSpPr>
          <p:cNvPr id="7" name="2 Marcador de texto">
            <a:extLst>
              <a:ext uri="{FF2B5EF4-FFF2-40B4-BE49-F238E27FC236}">
                <a16:creationId xmlns:a16="http://schemas.microsoft.com/office/drawing/2014/main" id="{D570063D-7E50-72CD-E0F6-509126D91C9C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34918" y="3634062"/>
            <a:ext cx="11393730" cy="2963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</a:lstStyle>
          <a:p>
            <a:pPr marL="266700" lvl="0" indent="-2667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v"/>
            </a:pPr>
            <a:r>
              <a:rPr lang="es-ES" dirty="0"/>
              <a:t>Haga clic para modificar el estilo de texto del patrón</a:t>
            </a:r>
          </a:p>
          <a:p>
            <a:pPr marL="628650" lvl="1" indent="-2667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SzPct val="63000"/>
              <a:buFont typeface="Webdings" panose="05030102010509060703" pitchFamily="18" charset="2"/>
              <a:buChar char="n"/>
            </a:pPr>
            <a:r>
              <a:rPr lang="es-ES" dirty="0"/>
              <a:t>Segundo nivel</a:t>
            </a:r>
          </a:p>
          <a:p>
            <a:pPr marL="895350" lvl="2" indent="-2667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100000"/>
              <a:buFont typeface="Wingdings" panose="05000000000000000000" pitchFamily="2" charset="2"/>
              <a:buChar char="w"/>
            </a:pPr>
            <a:r>
              <a:rPr lang="es-ES" dirty="0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4178895808"/>
      </p:ext>
    </p:extLst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4: 3 a la izquierda y 1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 userDrawn="1"/>
        </p:nvSpPr>
        <p:spPr>
          <a:xfrm>
            <a:off x="9803064" y="6093296"/>
            <a:ext cx="1728192" cy="72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22" name="Rectangle 8"/>
          <p:cNvSpPr>
            <a:spLocks noGrp="1"/>
          </p:cNvSpPr>
          <p:nvPr>
            <p:ph type="body" sz="quarter" idx="24"/>
          </p:nvPr>
        </p:nvSpPr>
        <p:spPr>
          <a:xfrm rot="16200000">
            <a:off x="-411418" y="2180384"/>
            <a:ext cx="2592067" cy="625247"/>
          </a:xfrm>
          <a:prstGeom prst="round2SameRect">
            <a:avLst/>
          </a:prstGeom>
          <a:solidFill>
            <a:srgbClr val="007FAC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none"/>
        </p:style>
        <p:txBody>
          <a:bodyPr anchor="ctr">
            <a:normAutofit/>
          </a:bodyPr>
          <a:lstStyle>
            <a:lvl1pPr marL="0" indent="0" algn="ctr" eaLnBrk="1" latinLnBrk="0" hangingPunct="1">
              <a:buFont typeface="Arial" pitchFamily="34" charset="0"/>
              <a:buNone/>
              <a:defRPr kumimoji="0" lang="es-ES" sz="1400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16" name="Rectangle 8"/>
          <p:cNvSpPr>
            <a:spLocks noGrp="1"/>
          </p:cNvSpPr>
          <p:nvPr>
            <p:ph type="body" sz="quarter" idx="29"/>
          </p:nvPr>
        </p:nvSpPr>
        <p:spPr>
          <a:xfrm rot="16200000">
            <a:off x="-451536" y="4884577"/>
            <a:ext cx="2672304" cy="625246"/>
          </a:xfrm>
          <a:prstGeom prst="round2Same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none"/>
        </p:style>
        <p:txBody>
          <a:bodyPr anchor="ctr">
            <a:normAutofit/>
          </a:bodyPr>
          <a:lstStyle>
            <a:lvl1pPr marL="0" indent="0" algn="ctr" eaLnBrk="1" latinLnBrk="0" hangingPunct="1">
              <a:buFont typeface="Arial" pitchFamily="34" charset="0"/>
              <a:buNone/>
              <a:defRPr kumimoji="0" lang="es-ES" sz="1400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5" name="1 Título">
            <a:extLst>
              <a:ext uri="{FF2B5EF4-FFF2-40B4-BE49-F238E27FC236}">
                <a16:creationId xmlns:a16="http://schemas.microsoft.com/office/drawing/2014/main" id="{51FFE6A0-AE5B-A02A-CECC-5449A9272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59214"/>
            <a:ext cx="10650421" cy="360040"/>
          </a:xfrm>
        </p:spPr>
        <p:txBody>
          <a:bodyPr>
            <a:noAutofit/>
          </a:bodyPr>
          <a:lstStyle>
            <a:lvl1pPr algn="l">
              <a:defRPr sz="2400" b="1" i="1">
                <a:solidFill>
                  <a:srgbClr val="003446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0" name="7 Marcador de texto">
            <a:extLst>
              <a:ext uri="{FF2B5EF4-FFF2-40B4-BE49-F238E27FC236}">
                <a16:creationId xmlns:a16="http://schemas.microsoft.com/office/drawing/2014/main" id="{1D0B57FC-E54D-1189-C08E-058A6B7C06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1784" y="631602"/>
            <a:ext cx="10650421" cy="277118"/>
          </a:xfrm>
          <a:prstGeom prst="rect">
            <a:avLst/>
          </a:prstGeom>
          <a:solidFill>
            <a:srgbClr val="007FAC"/>
          </a:solidFill>
          <a:ln>
            <a:noFill/>
            <a:prstDash val="sysDot"/>
          </a:ln>
        </p:spPr>
        <p:txBody>
          <a:bodyPr anchor="ctr">
            <a:normAutofit/>
          </a:bodyPr>
          <a:lstStyle>
            <a:lvl1pPr marL="0" indent="0"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pic>
        <p:nvPicPr>
          <p:cNvPr id="15" name="Imagen" descr="Imagen">
            <a:extLst>
              <a:ext uri="{FF2B5EF4-FFF2-40B4-BE49-F238E27FC236}">
                <a16:creationId xmlns:a16="http://schemas.microsoft.com/office/drawing/2014/main" id="{F5794730-FDE1-1DC7-926F-EA0BA7F1B8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33830" y="3943636"/>
            <a:ext cx="1866661" cy="2437692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7 Marcador de texto">
            <a:extLst>
              <a:ext uri="{FF2B5EF4-FFF2-40B4-BE49-F238E27FC236}">
                <a16:creationId xmlns:a16="http://schemas.microsoft.com/office/drawing/2014/main" id="{E49AC657-2805-D962-FC12-6CDE8DD655B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847999" y="4212389"/>
            <a:ext cx="1638322" cy="134303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19070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pic>
        <p:nvPicPr>
          <p:cNvPr id="19" name="Imagen" descr="Imagen">
            <a:extLst>
              <a:ext uri="{FF2B5EF4-FFF2-40B4-BE49-F238E27FC236}">
                <a16:creationId xmlns:a16="http://schemas.microsoft.com/office/drawing/2014/main" id="{086B4DE3-22C2-5E91-22CC-B257BE9634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733830" y="1129867"/>
            <a:ext cx="1866661" cy="2437692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7 Marcador de texto">
            <a:extLst>
              <a:ext uri="{FF2B5EF4-FFF2-40B4-BE49-F238E27FC236}">
                <a16:creationId xmlns:a16="http://schemas.microsoft.com/office/drawing/2014/main" id="{4AB31FFF-3708-796F-DAB3-1579AD6A8D2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847999" y="1396634"/>
            <a:ext cx="1638322" cy="134303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pic>
        <p:nvPicPr>
          <p:cNvPr id="21" name="Imagen" descr="Imagen">
            <a:extLst>
              <a:ext uri="{FF2B5EF4-FFF2-40B4-BE49-F238E27FC236}">
                <a16:creationId xmlns:a16="http://schemas.microsoft.com/office/drawing/2014/main" id="{C12389F1-8651-9FA4-38F7-83E8D828E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1940" y="225137"/>
            <a:ext cx="507877" cy="65804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2 Marcador de texto">
            <a:extLst>
              <a:ext uri="{FF2B5EF4-FFF2-40B4-BE49-F238E27FC236}">
                <a16:creationId xmlns:a16="http://schemas.microsoft.com/office/drawing/2014/main" id="{7ADDD7FD-ABB4-68BC-4D5E-78F7B47C107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97238" y="1196974"/>
            <a:ext cx="7995105" cy="25920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</a:lstStyle>
          <a:p>
            <a:pPr marL="266700" lvl="0" indent="-2667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v"/>
            </a:pPr>
            <a:r>
              <a:rPr lang="es-ES" dirty="0"/>
              <a:t>Haga clic para modificar el estilo de texto del patrón</a:t>
            </a:r>
          </a:p>
          <a:p>
            <a:pPr marL="628650" lvl="1" indent="-2667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SzPct val="63000"/>
              <a:buFont typeface="Webdings" panose="05030102010509060703" pitchFamily="18" charset="2"/>
              <a:buChar char="n"/>
            </a:pPr>
            <a:r>
              <a:rPr lang="es-ES" dirty="0"/>
              <a:t>Segundo nivel</a:t>
            </a:r>
          </a:p>
          <a:p>
            <a:pPr marL="895350" lvl="2" indent="-2667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100000"/>
              <a:buFont typeface="Wingdings" panose="05000000000000000000" pitchFamily="2" charset="2"/>
              <a:buChar char="w"/>
            </a:pPr>
            <a:r>
              <a:rPr lang="es-ES" dirty="0"/>
              <a:t>Tercer nivel</a:t>
            </a:r>
          </a:p>
        </p:txBody>
      </p:sp>
      <p:sp>
        <p:nvSpPr>
          <p:cNvPr id="24" name="2 Marcador de texto">
            <a:extLst>
              <a:ext uri="{FF2B5EF4-FFF2-40B4-BE49-F238E27FC236}">
                <a16:creationId xmlns:a16="http://schemas.microsoft.com/office/drawing/2014/main" id="{F3F8ECEA-5B72-6BC8-0856-4F86844843BE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1197237" y="3864363"/>
            <a:ext cx="7995105" cy="2668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</a:lstStyle>
          <a:p>
            <a:pPr marL="266700" lvl="0" indent="-2667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v"/>
            </a:pPr>
            <a:r>
              <a:rPr lang="es-ES" dirty="0"/>
              <a:t>Haga clic para modificar el estilo de texto del patrón</a:t>
            </a:r>
          </a:p>
          <a:p>
            <a:pPr marL="628650" lvl="1" indent="-2667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SzPct val="63000"/>
              <a:buFont typeface="Webdings" panose="05030102010509060703" pitchFamily="18" charset="2"/>
              <a:buChar char="n"/>
            </a:pPr>
            <a:r>
              <a:rPr lang="es-ES" dirty="0"/>
              <a:t>Segundo nivel</a:t>
            </a:r>
          </a:p>
          <a:p>
            <a:pPr marL="895350" lvl="2" indent="-2667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100000"/>
              <a:buFont typeface="Wingdings" panose="05000000000000000000" pitchFamily="2" charset="2"/>
              <a:buChar char="w"/>
            </a:pPr>
            <a:r>
              <a:rPr lang="es-ES" dirty="0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970711991"/>
      </p:ext>
    </p:extLst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4: 3 a la izquierda y 1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E024204C-E4EE-1CD8-B6ED-E3F371E387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9733830" y="1176229"/>
            <a:ext cx="1866661" cy="2498284"/>
          </a:xfrm>
          <a:prstGeom prst="rect">
            <a:avLst/>
          </a:prstGeom>
        </p:spPr>
      </p:pic>
      <p:sp>
        <p:nvSpPr>
          <p:cNvPr id="2" name="1 Rectángulo"/>
          <p:cNvSpPr/>
          <p:nvPr userDrawn="1"/>
        </p:nvSpPr>
        <p:spPr>
          <a:xfrm>
            <a:off x="9803064" y="6093296"/>
            <a:ext cx="1728192" cy="72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22" name="Rectangle 8"/>
          <p:cNvSpPr>
            <a:spLocks noGrp="1"/>
          </p:cNvSpPr>
          <p:nvPr>
            <p:ph type="body" sz="quarter" idx="24"/>
          </p:nvPr>
        </p:nvSpPr>
        <p:spPr>
          <a:xfrm rot="16200000">
            <a:off x="-411418" y="2180384"/>
            <a:ext cx="2592067" cy="625247"/>
          </a:xfrm>
          <a:prstGeom prst="round2Same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none"/>
        </p:style>
        <p:txBody>
          <a:bodyPr anchor="ctr">
            <a:normAutofit/>
          </a:bodyPr>
          <a:lstStyle>
            <a:lvl1pPr marL="0" indent="0" algn="ctr" eaLnBrk="1" latinLnBrk="0" hangingPunct="1">
              <a:buFont typeface="Arial" pitchFamily="34" charset="0"/>
              <a:buNone/>
              <a:defRPr kumimoji="0" lang="es-ES" sz="1400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16" name="Rectangle 8"/>
          <p:cNvSpPr>
            <a:spLocks noGrp="1"/>
          </p:cNvSpPr>
          <p:nvPr>
            <p:ph type="body" sz="quarter" idx="29"/>
          </p:nvPr>
        </p:nvSpPr>
        <p:spPr>
          <a:xfrm rot="16200000">
            <a:off x="-451536" y="4884577"/>
            <a:ext cx="2672304" cy="625246"/>
          </a:xfrm>
          <a:prstGeom prst="round2SameRect">
            <a:avLst/>
          </a:prstGeom>
          <a:solidFill>
            <a:srgbClr val="5F9127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none"/>
        </p:style>
        <p:txBody>
          <a:bodyPr anchor="ctr">
            <a:normAutofit/>
          </a:bodyPr>
          <a:lstStyle>
            <a:lvl1pPr marL="0" indent="0" algn="ctr" eaLnBrk="1" latinLnBrk="0" hangingPunct="1">
              <a:buFont typeface="Arial" pitchFamily="34" charset="0"/>
              <a:buNone/>
              <a:defRPr kumimoji="0" lang="es-ES" sz="1400"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5" name="1 Título">
            <a:extLst>
              <a:ext uri="{FF2B5EF4-FFF2-40B4-BE49-F238E27FC236}">
                <a16:creationId xmlns:a16="http://schemas.microsoft.com/office/drawing/2014/main" id="{51FFE6A0-AE5B-A02A-CECC-5449A9272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59214"/>
            <a:ext cx="10650421" cy="360040"/>
          </a:xfrm>
        </p:spPr>
        <p:txBody>
          <a:bodyPr>
            <a:noAutofit/>
          </a:bodyPr>
          <a:lstStyle>
            <a:lvl1pPr algn="l">
              <a:defRPr sz="2400" b="1" i="1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0" name="7 Marcador de texto">
            <a:extLst>
              <a:ext uri="{FF2B5EF4-FFF2-40B4-BE49-F238E27FC236}">
                <a16:creationId xmlns:a16="http://schemas.microsoft.com/office/drawing/2014/main" id="{1D0B57FC-E54D-1189-C08E-058A6B7C06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1784" y="631602"/>
            <a:ext cx="10650421" cy="2771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prstDash val="sysDot"/>
          </a:ln>
        </p:spPr>
        <p:txBody>
          <a:bodyPr anchor="ctr">
            <a:normAutofit/>
          </a:bodyPr>
          <a:lstStyle>
            <a:lvl1pPr marL="0" indent="0"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pic>
        <p:nvPicPr>
          <p:cNvPr id="15" name="Imagen" descr="Imagen">
            <a:extLst>
              <a:ext uri="{FF2B5EF4-FFF2-40B4-BE49-F238E27FC236}">
                <a16:creationId xmlns:a16="http://schemas.microsoft.com/office/drawing/2014/main" id="{F5794730-FDE1-1DC7-926F-EA0BA7F1B8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733830" y="3943636"/>
            <a:ext cx="1866661" cy="2437692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7 Marcador de texto">
            <a:extLst>
              <a:ext uri="{FF2B5EF4-FFF2-40B4-BE49-F238E27FC236}">
                <a16:creationId xmlns:a16="http://schemas.microsoft.com/office/drawing/2014/main" id="{E49AC657-2805-D962-FC12-6CDE8DD655B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847999" y="4212389"/>
            <a:ext cx="1638322" cy="134303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20" name="7 Marcador de texto">
            <a:extLst>
              <a:ext uri="{FF2B5EF4-FFF2-40B4-BE49-F238E27FC236}">
                <a16:creationId xmlns:a16="http://schemas.microsoft.com/office/drawing/2014/main" id="{4AB31FFF-3708-796F-DAB3-1579AD6A8D2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821889" y="1255868"/>
            <a:ext cx="1638322" cy="134303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4" name="2 Marcador de texto">
            <a:extLst>
              <a:ext uri="{FF2B5EF4-FFF2-40B4-BE49-F238E27FC236}">
                <a16:creationId xmlns:a16="http://schemas.microsoft.com/office/drawing/2014/main" id="{2766D55C-0278-EC4E-F30D-F56281AC3A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97238" y="1196974"/>
            <a:ext cx="7995105" cy="25920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</a:lstStyle>
          <a:p>
            <a:pPr marL="266700" lvl="0" indent="-2667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v"/>
            </a:pPr>
            <a:r>
              <a:rPr lang="es-ES" dirty="0"/>
              <a:t>Haga clic para modificar el estilo de texto del patrón</a:t>
            </a:r>
          </a:p>
          <a:p>
            <a:pPr marL="628650" lvl="1" indent="-2667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SzPct val="63000"/>
              <a:buFont typeface="Webdings" panose="05030102010509060703" pitchFamily="18" charset="2"/>
              <a:buChar char="n"/>
            </a:pPr>
            <a:r>
              <a:rPr lang="es-ES" dirty="0"/>
              <a:t>Segundo nivel</a:t>
            </a:r>
          </a:p>
          <a:p>
            <a:pPr marL="895350" lvl="2" indent="-2667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100000"/>
              <a:buFont typeface="Wingdings" panose="05000000000000000000" pitchFamily="2" charset="2"/>
              <a:buChar char="w"/>
            </a:pPr>
            <a:r>
              <a:rPr lang="es-ES" dirty="0"/>
              <a:t>Tercer nivel</a:t>
            </a:r>
          </a:p>
        </p:txBody>
      </p:sp>
      <p:sp>
        <p:nvSpPr>
          <p:cNvPr id="6" name="2 Marcador de texto">
            <a:extLst>
              <a:ext uri="{FF2B5EF4-FFF2-40B4-BE49-F238E27FC236}">
                <a16:creationId xmlns:a16="http://schemas.microsoft.com/office/drawing/2014/main" id="{FF55FE2B-4497-3D58-F9DF-296886C9B0C0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1197237" y="3864363"/>
            <a:ext cx="7995105" cy="2668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</a:lstStyle>
          <a:p>
            <a:pPr marL="266700" lvl="0" indent="-2667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v"/>
            </a:pPr>
            <a:r>
              <a:rPr lang="es-ES" dirty="0"/>
              <a:t>Haga clic para modificar el estilo de texto del patrón</a:t>
            </a:r>
          </a:p>
          <a:p>
            <a:pPr marL="628650" lvl="1" indent="-2667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SzPct val="63000"/>
              <a:buFont typeface="Webdings" panose="05030102010509060703" pitchFamily="18" charset="2"/>
              <a:buChar char="n"/>
            </a:pPr>
            <a:r>
              <a:rPr lang="es-ES" dirty="0"/>
              <a:t>Segundo nivel</a:t>
            </a:r>
          </a:p>
          <a:p>
            <a:pPr marL="895350" lvl="2" indent="-2667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100000"/>
              <a:buFont typeface="Wingdings" panose="05000000000000000000" pitchFamily="2" charset="2"/>
              <a:buChar char="w"/>
            </a:pPr>
            <a:r>
              <a:rPr lang="es-ES" dirty="0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379410316"/>
      </p:ext>
    </p:extLst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801625" y="239558"/>
            <a:ext cx="10382323" cy="597154"/>
          </a:xfrm>
        </p:spPr>
        <p:txBody>
          <a:bodyPr>
            <a:noAutofit/>
          </a:bodyPr>
          <a:lstStyle>
            <a:lvl1pPr algn="l">
              <a:defRPr sz="2400" b="1" i="1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5" name="4 Rectángulo redondeado"/>
          <p:cNvSpPr/>
          <p:nvPr userDrawn="1"/>
        </p:nvSpPr>
        <p:spPr>
          <a:xfrm>
            <a:off x="0" y="6215082"/>
            <a:ext cx="2666976" cy="6429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4" name="2 Marcador de contenido"/>
          <p:cNvSpPr>
            <a:spLocks noGrp="1"/>
          </p:cNvSpPr>
          <p:nvPr>
            <p:ph idx="1"/>
          </p:nvPr>
        </p:nvSpPr>
        <p:spPr>
          <a:xfrm>
            <a:off x="801626" y="946152"/>
            <a:ext cx="11151028" cy="5435177"/>
          </a:xfrm>
          <a:prstGeom prst="rect">
            <a:avLst/>
          </a:prstGeom>
        </p:spPr>
        <p:txBody>
          <a:bodyPr>
            <a:normAutofit/>
          </a:bodyPr>
          <a:lstStyle>
            <a:lvl1pPr marL="266700" indent="-266700">
              <a:buClr>
                <a:schemeClr val="tx2"/>
              </a:buClr>
              <a:buSzPct val="90000"/>
              <a:buFont typeface="Wingdings" panose="05000000000000000000" pitchFamily="2" charset="2"/>
              <a:buChar char="v"/>
              <a:defRPr sz="2400"/>
            </a:lvl1pPr>
            <a:lvl2pPr marL="628650" indent="-266700">
              <a:buClr>
                <a:srgbClr val="C00000"/>
              </a:buClr>
              <a:buSzPct val="63000"/>
              <a:buFont typeface="Webdings" panose="05030102010509060703" pitchFamily="18" charset="2"/>
              <a:buChar char="n"/>
              <a:defRPr sz="2000"/>
            </a:lvl2pPr>
            <a:lvl3pPr marL="895350" indent="-266700">
              <a:buClr>
                <a:schemeClr val="accent5">
                  <a:lumMod val="75000"/>
                </a:schemeClr>
              </a:buClr>
              <a:buSzPct val="100000"/>
              <a:buFont typeface="Wingdings" panose="05000000000000000000" pitchFamily="2" charset="2"/>
              <a:buChar char="w"/>
              <a:defRPr sz="1800" i="1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26264889"/>
      </p:ext>
    </p:extLst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479376" y="239558"/>
            <a:ext cx="10705192" cy="597154"/>
          </a:xfrm>
          <a:solidFill>
            <a:schemeClr val="bg1"/>
          </a:solidFill>
        </p:spPr>
        <p:txBody>
          <a:bodyPr>
            <a:noAutofit/>
          </a:bodyPr>
          <a:lstStyle>
            <a:lvl1pPr algn="l">
              <a:defRPr lang="es-PE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5" name="4 Rectángulo redondeado"/>
          <p:cNvSpPr/>
          <p:nvPr userDrawn="1"/>
        </p:nvSpPr>
        <p:spPr>
          <a:xfrm>
            <a:off x="0" y="6215082"/>
            <a:ext cx="2666976" cy="6429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pic>
        <p:nvPicPr>
          <p:cNvPr id="3" name="Imagen" descr="Imagen">
            <a:extLst>
              <a:ext uri="{FF2B5EF4-FFF2-40B4-BE49-F238E27FC236}">
                <a16:creationId xmlns:a16="http://schemas.microsoft.com/office/drawing/2014/main" id="{00B328D1-9FBE-CDC1-05CC-C10EDCCB0B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5741" y="225137"/>
            <a:ext cx="504076" cy="65804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5834311"/>
      </p:ext>
    </p:extLst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479376" y="188640"/>
            <a:ext cx="10712829" cy="642918"/>
          </a:xfrm>
        </p:spPr>
        <p:txBody>
          <a:bodyPr>
            <a:noAutofit/>
          </a:bodyPr>
          <a:lstStyle>
            <a:lvl1pPr algn="l">
              <a:defRPr sz="2400" b="1" i="1">
                <a:solidFill>
                  <a:srgbClr val="0070C0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5" name="4 Rectángulo redondeado"/>
          <p:cNvSpPr/>
          <p:nvPr userDrawn="1"/>
        </p:nvSpPr>
        <p:spPr>
          <a:xfrm>
            <a:off x="0" y="6215082"/>
            <a:ext cx="2666976" cy="6429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pic>
        <p:nvPicPr>
          <p:cNvPr id="4" name="Imagen" descr="Imagen">
            <a:extLst>
              <a:ext uri="{FF2B5EF4-FFF2-40B4-BE49-F238E27FC236}">
                <a16:creationId xmlns:a16="http://schemas.microsoft.com/office/drawing/2014/main" id="{DC452DC4-AE93-14AF-0CA9-1C40D3D745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5740" y="116632"/>
            <a:ext cx="559235" cy="730055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33256206"/>
      </p:ext>
    </p:extLst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4_Diapositiva de título">
    <p:bg>
      <p:bgPr>
        <a:blipFill dpi="0" rotWithShape="0">
          <a:blip r:embed="rId2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187CAF7-D8B7-5329-FF04-898534697F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3" y="5318075"/>
            <a:ext cx="12221280" cy="1523179"/>
          </a:xfrm>
          <a:prstGeom prst="rect">
            <a:avLst/>
          </a:prstGeom>
        </p:spPr>
      </p:pic>
      <p:pic>
        <p:nvPicPr>
          <p:cNvPr id="4" name="Picture 4" descr="http://www.base.com.mx/en/images/backup/risk_management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260648"/>
            <a:ext cx="12187971" cy="496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://tpimages.quebarato.com.br/T440x/jeniffer%2Bgonzalez%2Basesor%2Bde%2Bseguros%2B__3F54D9_1.jpg"/>
          <p:cNvPicPr>
            <a:picLocks noChangeAspect="1" noChangeArrowheads="1"/>
          </p:cNvPicPr>
          <p:nvPr/>
        </p:nvPicPr>
        <p:blipFill>
          <a:blip r:embed="rId5" cstate="email"/>
          <a:srcRect/>
          <a:stretch>
            <a:fillRect/>
          </a:stretch>
        </p:blipFill>
        <p:spPr bwMode="auto">
          <a:xfrm>
            <a:off x="6985012" y="2428868"/>
            <a:ext cx="5206993" cy="2928958"/>
          </a:xfrm>
          <a:prstGeom prst="rect">
            <a:avLst/>
          </a:prstGeom>
          <a:noFill/>
        </p:spPr>
      </p:pic>
      <p:pic>
        <p:nvPicPr>
          <p:cNvPr id="7" name="Picture 2" descr="http://2.bp.blogspot.com/_dJxJrraV-7Y/Sol_hGKObvI/AAAAAAAABIc/r-6ZFheosoE/s400/seguros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143892"/>
            <a:ext cx="7429509" cy="5213934"/>
          </a:xfrm>
          <a:prstGeom prst="rect">
            <a:avLst/>
          </a:prstGeom>
          <a:noFill/>
        </p:spPr>
      </p:pic>
      <p:pic>
        <p:nvPicPr>
          <p:cNvPr id="8" name="Picture 6" descr="http://t3.gstatic.com/images?q=tbn:ANd9GcQvdtyjsVeGqLClfmErpqcYEI6ZCBGNHYIpFp7gPxiWjsFR2MJvHw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429468" y="142852"/>
            <a:ext cx="4762533" cy="2477228"/>
          </a:xfrm>
          <a:prstGeom prst="rect">
            <a:avLst/>
          </a:prstGeom>
          <a:noFill/>
        </p:spPr>
      </p:pic>
      <p:pic>
        <p:nvPicPr>
          <p:cNvPr id="11" name="Picture 9"/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909" y="132052"/>
            <a:ext cx="4466051" cy="2082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6"/>
          <p:cNvPicPr>
            <a:picLocks noChangeAspect="1" noChangeArrowheads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2499" y="3286131"/>
            <a:ext cx="4489237" cy="20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5" descr="Imagen relacionada"/>
          <p:cNvPicPr>
            <a:picLocks noChangeAspect="1" noChangeArrowheads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76740" y="142852"/>
            <a:ext cx="2847885" cy="207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 userDrawn="1"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334261" y="142853"/>
            <a:ext cx="4857699" cy="2412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 descr="https://encrypted-tbn1.gstatic.com/images?q=tbn:ANd9GcQ2IDj1B_XzFR08101ie3lYktVap1Ky_Ax99TTwOeQM6KcCk3jJVQ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486960" y="2571744"/>
            <a:ext cx="4705085" cy="2786082"/>
          </a:xfrm>
          <a:prstGeom prst="rect">
            <a:avLst/>
          </a:prstGeom>
          <a:noFill/>
        </p:spPr>
      </p:pic>
      <p:pic>
        <p:nvPicPr>
          <p:cNvPr id="16" name="Picture 4"/>
          <p:cNvPicPr>
            <a:picLocks noChangeAspect="1" noChangeArrowheads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76741" y="2214555"/>
            <a:ext cx="3810027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16 Rectángulo"/>
          <p:cNvSpPr/>
          <p:nvPr userDrawn="1"/>
        </p:nvSpPr>
        <p:spPr>
          <a:xfrm>
            <a:off x="7344140" y="148622"/>
            <a:ext cx="4857741" cy="2428892"/>
          </a:xfrm>
          <a:prstGeom prst="rect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18" name="17 Rectángulo"/>
          <p:cNvSpPr/>
          <p:nvPr userDrawn="1"/>
        </p:nvSpPr>
        <p:spPr>
          <a:xfrm>
            <a:off x="7334259" y="1214422"/>
            <a:ext cx="1428760" cy="1000132"/>
          </a:xfrm>
          <a:prstGeom prst="rect">
            <a:avLst/>
          </a:prstGeom>
          <a:solidFill>
            <a:srgbClr val="92D050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cxnSp>
        <p:nvCxnSpPr>
          <p:cNvPr id="19" name="18 Conector recto"/>
          <p:cNvCxnSpPr/>
          <p:nvPr userDrawn="1"/>
        </p:nvCxnSpPr>
        <p:spPr>
          <a:xfrm rot="5400000">
            <a:off x="-1090991" y="2742867"/>
            <a:ext cx="5214974" cy="14944"/>
          </a:xfrm>
          <a:prstGeom prst="line">
            <a:avLst/>
          </a:prstGeom>
          <a:ln w="28575">
            <a:solidFill>
              <a:srgbClr val="FFFFFF">
                <a:alpha val="52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19 Rectángulo"/>
          <p:cNvSpPr/>
          <p:nvPr userDrawn="1"/>
        </p:nvSpPr>
        <p:spPr>
          <a:xfrm>
            <a:off x="10096528" y="4357694"/>
            <a:ext cx="1428760" cy="1000132"/>
          </a:xfrm>
          <a:prstGeom prst="rect">
            <a:avLst/>
          </a:prstGeom>
          <a:solidFill>
            <a:srgbClr val="00B050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cxnSp>
        <p:nvCxnSpPr>
          <p:cNvPr id="21" name="20 Conector recto"/>
          <p:cNvCxnSpPr/>
          <p:nvPr userDrawn="1"/>
        </p:nvCxnSpPr>
        <p:spPr>
          <a:xfrm rot="5400000">
            <a:off x="6155536" y="2750340"/>
            <a:ext cx="5214973" cy="0"/>
          </a:xfrm>
          <a:prstGeom prst="line">
            <a:avLst/>
          </a:prstGeom>
          <a:ln w="28575">
            <a:solidFill>
              <a:srgbClr val="FFFFFF">
                <a:alpha val="52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 userDrawn="1"/>
        </p:nvCxnSpPr>
        <p:spPr>
          <a:xfrm rot="5400000">
            <a:off x="7489042" y="2750346"/>
            <a:ext cx="5214974" cy="1"/>
          </a:xfrm>
          <a:prstGeom prst="line">
            <a:avLst/>
          </a:prstGeom>
          <a:ln w="28575">
            <a:solidFill>
              <a:srgbClr val="FFFFFF">
                <a:alpha val="52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 userDrawn="1"/>
        </p:nvCxnSpPr>
        <p:spPr>
          <a:xfrm rot="5400000">
            <a:off x="3345637" y="2774154"/>
            <a:ext cx="5214974" cy="95251"/>
          </a:xfrm>
          <a:prstGeom prst="line">
            <a:avLst/>
          </a:prstGeom>
          <a:ln w="28575">
            <a:solidFill>
              <a:srgbClr val="FFFFFF">
                <a:alpha val="52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 userDrawn="1"/>
        </p:nvCxnSpPr>
        <p:spPr>
          <a:xfrm rot="5400000">
            <a:off x="392866" y="2702717"/>
            <a:ext cx="5214974" cy="95252"/>
          </a:xfrm>
          <a:prstGeom prst="line">
            <a:avLst/>
          </a:prstGeom>
          <a:ln w="28575">
            <a:solidFill>
              <a:srgbClr val="FFFFFF">
                <a:alpha val="52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 userDrawn="1"/>
        </p:nvCxnSpPr>
        <p:spPr>
          <a:xfrm>
            <a:off x="-43" y="1214422"/>
            <a:ext cx="12192000" cy="0"/>
          </a:xfrm>
          <a:prstGeom prst="line">
            <a:avLst/>
          </a:prstGeom>
          <a:ln w="28575">
            <a:solidFill>
              <a:srgbClr val="FFFFFF">
                <a:alpha val="52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 userDrawn="1"/>
        </p:nvCxnSpPr>
        <p:spPr>
          <a:xfrm>
            <a:off x="-43" y="3286124"/>
            <a:ext cx="12192000" cy="0"/>
          </a:xfrm>
          <a:prstGeom prst="line">
            <a:avLst/>
          </a:prstGeom>
          <a:ln w="28575">
            <a:solidFill>
              <a:srgbClr val="FFFFFF">
                <a:alpha val="52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 userDrawn="1"/>
        </p:nvCxnSpPr>
        <p:spPr>
          <a:xfrm>
            <a:off x="-43" y="4357694"/>
            <a:ext cx="12192000" cy="0"/>
          </a:xfrm>
          <a:prstGeom prst="line">
            <a:avLst/>
          </a:prstGeom>
          <a:ln w="28575">
            <a:solidFill>
              <a:srgbClr val="FFFFFF">
                <a:alpha val="52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 userDrawn="1"/>
        </p:nvCxnSpPr>
        <p:spPr>
          <a:xfrm rot="16200000" flipH="1">
            <a:off x="4726790" y="2750334"/>
            <a:ext cx="5214949" cy="1"/>
          </a:xfrm>
          <a:prstGeom prst="line">
            <a:avLst/>
          </a:prstGeom>
          <a:ln w="28575">
            <a:solidFill>
              <a:srgbClr val="FFFFFF">
                <a:alpha val="52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 userDrawn="1"/>
        </p:nvCxnSpPr>
        <p:spPr>
          <a:xfrm rot="5400000">
            <a:off x="8917802" y="2750346"/>
            <a:ext cx="5214974" cy="1"/>
          </a:xfrm>
          <a:prstGeom prst="line">
            <a:avLst/>
          </a:prstGeom>
          <a:ln w="28575">
            <a:solidFill>
              <a:srgbClr val="FFFFFF">
                <a:alpha val="52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29 Rectángulo"/>
          <p:cNvSpPr/>
          <p:nvPr userDrawn="1"/>
        </p:nvSpPr>
        <p:spPr>
          <a:xfrm>
            <a:off x="0" y="2214554"/>
            <a:ext cx="1523968" cy="1071570"/>
          </a:xfrm>
          <a:prstGeom prst="rect">
            <a:avLst/>
          </a:prstGeom>
          <a:solidFill>
            <a:srgbClr val="FF0000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31" name="30 Rectángulo"/>
          <p:cNvSpPr/>
          <p:nvPr userDrawn="1"/>
        </p:nvSpPr>
        <p:spPr>
          <a:xfrm>
            <a:off x="11525288" y="142852"/>
            <a:ext cx="666712" cy="107157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cxnSp>
        <p:nvCxnSpPr>
          <p:cNvPr id="32" name="31 Conector recto"/>
          <p:cNvCxnSpPr/>
          <p:nvPr userDrawn="1"/>
        </p:nvCxnSpPr>
        <p:spPr>
          <a:xfrm>
            <a:off x="0" y="2239200"/>
            <a:ext cx="12192000" cy="0"/>
          </a:xfrm>
          <a:prstGeom prst="line">
            <a:avLst/>
          </a:prstGeom>
          <a:ln w="28575">
            <a:solidFill>
              <a:srgbClr val="FFFFFF">
                <a:alpha val="52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32 Rectángulo"/>
          <p:cNvSpPr/>
          <p:nvPr userDrawn="1"/>
        </p:nvSpPr>
        <p:spPr>
          <a:xfrm>
            <a:off x="4476739" y="4357694"/>
            <a:ext cx="1428760" cy="1000132"/>
          </a:xfrm>
          <a:prstGeom prst="rect">
            <a:avLst/>
          </a:prstGeom>
          <a:solidFill>
            <a:srgbClr val="00B0F0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cxnSp>
        <p:nvCxnSpPr>
          <p:cNvPr id="34" name="33 Conector recto"/>
          <p:cNvCxnSpPr/>
          <p:nvPr userDrawn="1"/>
        </p:nvCxnSpPr>
        <p:spPr>
          <a:xfrm rot="5400000">
            <a:off x="1833533" y="2786058"/>
            <a:ext cx="5286412" cy="0"/>
          </a:xfrm>
          <a:prstGeom prst="line">
            <a:avLst/>
          </a:prstGeom>
          <a:ln w="28575">
            <a:solidFill>
              <a:srgbClr val="FFFFFF">
                <a:alpha val="52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Rectángulo"/>
          <p:cNvSpPr/>
          <p:nvPr userDrawn="1"/>
        </p:nvSpPr>
        <p:spPr>
          <a:xfrm>
            <a:off x="4476737" y="1188989"/>
            <a:ext cx="1476387" cy="1000132"/>
          </a:xfrm>
          <a:prstGeom prst="rect">
            <a:avLst/>
          </a:prstGeom>
          <a:solidFill>
            <a:srgbClr val="F19A69">
              <a:alpha val="7176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36" name="35 Rectángulo"/>
          <p:cNvSpPr/>
          <p:nvPr userDrawn="1"/>
        </p:nvSpPr>
        <p:spPr>
          <a:xfrm>
            <a:off x="0" y="4368579"/>
            <a:ext cx="1509024" cy="1000132"/>
          </a:xfrm>
          <a:prstGeom prst="rect">
            <a:avLst/>
          </a:prstGeom>
          <a:solidFill>
            <a:schemeClr val="accent4">
              <a:lumMod val="40000"/>
              <a:lumOff val="60000"/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37" name="36 Rectángulo"/>
          <p:cNvSpPr/>
          <p:nvPr userDrawn="1"/>
        </p:nvSpPr>
        <p:spPr>
          <a:xfrm>
            <a:off x="-12498" y="132053"/>
            <a:ext cx="1536468" cy="1082370"/>
          </a:xfrm>
          <a:prstGeom prst="rect">
            <a:avLst/>
          </a:prstGeom>
          <a:solidFill>
            <a:schemeClr val="accent4">
              <a:lumMod val="40000"/>
              <a:lumOff val="60000"/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sp>
        <p:nvSpPr>
          <p:cNvPr id="41" name="1 Título"/>
          <p:cNvSpPr>
            <a:spLocks noGrp="1"/>
          </p:cNvSpPr>
          <p:nvPr>
            <p:ph type="ctrTitle"/>
          </p:nvPr>
        </p:nvSpPr>
        <p:spPr>
          <a:xfrm>
            <a:off x="3503712" y="5517232"/>
            <a:ext cx="8592277" cy="648072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42" name="Rectangle 8"/>
          <p:cNvSpPr>
            <a:spLocks noGrp="1"/>
          </p:cNvSpPr>
          <p:nvPr>
            <p:ph type="body" sz="quarter" idx="24"/>
          </p:nvPr>
        </p:nvSpPr>
        <p:spPr>
          <a:xfrm>
            <a:off x="3503712" y="6312170"/>
            <a:ext cx="8592277" cy="357190"/>
          </a:xfrm>
          <a:prstGeom prst="round2Same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0" indent="0" eaLnBrk="1" latinLnBrk="0" hangingPunct="1">
              <a:buFont typeface="Arial" pitchFamily="34" charset="0"/>
              <a:buNone/>
              <a:defRPr kumimoji="0" lang="es-ES" sz="1800" b="0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49" name="48 Rectángulo"/>
          <p:cNvSpPr/>
          <p:nvPr userDrawn="1"/>
        </p:nvSpPr>
        <p:spPr>
          <a:xfrm>
            <a:off x="0" y="44624"/>
            <a:ext cx="12192000" cy="2880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3DF836C-2998-F75C-E110-87E9D0C7E31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49097" y="5611550"/>
            <a:ext cx="3091757" cy="98580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53A1ABB-8058-E4DE-FA60-B4B68F8D56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4014"/>
            <a:ext cx="12221280" cy="342435"/>
          </a:xfrm>
          <a:prstGeom prst="rect">
            <a:avLst/>
          </a:prstGeom>
        </p:spPr>
      </p:pic>
      <p:pic>
        <p:nvPicPr>
          <p:cNvPr id="38" name="Imagen" descr="Imagen">
            <a:extLst>
              <a:ext uri="{FF2B5EF4-FFF2-40B4-BE49-F238E27FC236}">
                <a16:creationId xmlns:a16="http://schemas.microsoft.com/office/drawing/2014/main" id="{DED00758-D82C-1B6C-E8C7-4E717957E4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67496" y="347601"/>
            <a:ext cx="2058064" cy="226952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75221453"/>
      </p:ext>
    </p:extLst>
  </p:cSld>
  <p:clrMapOvr>
    <a:masterClrMapping/>
  </p:clrMapOvr>
  <p:transition spd="slow"/>
  <p:hf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1007437" y="116632"/>
            <a:ext cx="10081119" cy="761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007436" y="1071552"/>
            <a:ext cx="10849205" cy="5453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66700" lvl="0" indent="-2667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v"/>
            </a:pPr>
            <a:r>
              <a:rPr lang="es-ES" dirty="0"/>
              <a:t>Haga clic para modificar el estilo de texto del patrón</a:t>
            </a:r>
          </a:p>
          <a:p>
            <a:pPr marL="628650" lvl="1" indent="-2667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SzPct val="63000"/>
              <a:buFont typeface="Webdings" panose="05030102010509060703" pitchFamily="18" charset="2"/>
              <a:buChar char="n"/>
            </a:pPr>
            <a:r>
              <a:rPr lang="es-ES" dirty="0"/>
              <a:t>Segundo nivel</a:t>
            </a:r>
          </a:p>
          <a:p>
            <a:pPr marL="895350" lvl="2" indent="-2667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100000"/>
              <a:buFont typeface="Wingdings" panose="05000000000000000000" pitchFamily="2" charset="2"/>
              <a:buChar char="w"/>
            </a:pPr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12" name="11 CuadroTexto"/>
          <p:cNvSpPr txBox="1"/>
          <p:nvPr/>
        </p:nvSpPr>
        <p:spPr>
          <a:xfrm>
            <a:off x="47328" y="6536378"/>
            <a:ext cx="7194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fld id="{7725EBCC-EA57-4CB4-A8DB-C356383229E3}" type="slidenum">
              <a:rPr lang="es-ES" sz="1200">
                <a:solidFill>
                  <a:schemeClr val="bg2">
                    <a:lumMod val="50000"/>
                  </a:schemeClr>
                </a:solidFill>
                <a:latin typeface="Arial" charset="0"/>
                <a:cs typeface="+mn-cs"/>
              </a:rPr>
              <a:pPr>
                <a:defRPr/>
              </a:pPr>
              <a:t>‹Nº›</a:t>
            </a:fld>
            <a:endParaRPr lang="es-ES" sz="1200" dirty="0">
              <a:solidFill>
                <a:schemeClr val="bg2">
                  <a:lumMod val="50000"/>
                </a:schemeClr>
              </a:solidFill>
              <a:latin typeface="Arial" charset="0"/>
              <a:cs typeface="+mn-cs"/>
            </a:endParaRPr>
          </a:p>
        </p:txBody>
      </p:sp>
      <p:pic>
        <p:nvPicPr>
          <p:cNvPr id="5" name="Imagen" descr="Imagen">
            <a:extLst>
              <a:ext uri="{FF2B5EF4-FFF2-40B4-BE49-F238E27FC236}">
                <a16:creationId xmlns:a16="http://schemas.microsoft.com/office/drawing/2014/main" id="{A13D20D2-80F0-11CE-82CE-ED635B6C9C11}"/>
              </a:ext>
            </a:extLst>
          </p:cNvPr>
          <p:cNvPicPr>
            <a:picLocks noChangeAspect="1"/>
          </p:cNvPicPr>
          <p:nvPr userDrawn="1"/>
        </p:nvPicPr>
        <p:blipFill>
          <a:blip r:embed="rId36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5741" y="168145"/>
            <a:ext cx="504076" cy="658047"/>
          </a:xfrm>
          <a:prstGeom prst="rect">
            <a:avLst/>
          </a:prstGeom>
          <a:ln w="12700">
            <a:miter lim="4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4001" r:id="rId2"/>
    <p:sldLayoutId id="2147484014" r:id="rId3"/>
    <p:sldLayoutId id="2147484015" r:id="rId4"/>
    <p:sldLayoutId id="2147483908" r:id="rId5"/>
    <p:sldLayoutId id="2147483998" r:id="rId6"/>
    <p:sldLayoutId id="2147483909" r:id="rId7"/>
    <p:sldLayoutId id="2147483999" r:id="rId8"/>
    <p:sldLayoutId id="2147484012" r:id="rId9"/>
    <p:sldLayoutId id="2147484029" r:id="rId10"/>
    <p:sldLayoutId id="2147483896" r:id="rId11"/>
    <p:sldLayoutId id="2147484025" r:id="rId12"/>
    <p:sldLayoutId id="2147484010" r:id="rId13"/>
    <p:sldLayoutId id="2147484020" r:id="rId14"/>
    <p:sldLayoutId id="2147484018" r:id="rId15"/>
    <p:sldLayoutId id="2147484000" r:id="rId16"/>
    <p:sldLayoutId id="2147483654" r:id="rId17"/>
    <p:sldLayoutId id="2147484017" r:id="rId18"/>
    <p:sldLayoutId id="2147484032" r:id="rId19"/>
    <p:sldLayoutId id="2147484019" r:id="rId20"/>
    <p:sldLayoutId id="2147484003" r:id="rId21"/>
    <p:sldLayoutId id="2147484013" r:id="rId22"/>
    <p:sldLayoutId id="2147484027" r:id="rId23"/>
    <p:sldLayoutId id="2147484021" r:id="rId24"/>
    <p:sldLayoutId id="2147483765" r:id="rId25"/>
    <p:sldLayoutId id="2147484022" r:id="rId26"/>
    <p:sldLayoutId id="2147484024" r:id="rId27"/>
    <p:sldLayoutId id="2147483686" r:id="rId28"/>
    <p:sldLayoutId id="2147483916" r:id="rId29"/>
    <p:sldLayoutId id="2147484028" r:id="rId30"/>
    <p:sldLayoutId id="2147483872" r:id="rId31"/>
    <p:sldLayoutId id="2147484023" r:id="rId32"/>
    <p:sldLayoutId id="2147484031" r:id="rId33"/>
    <p:sldLayoutId id="2147483893" r:id="rId34"/>
  </p:sldLayoutIdLst>
  <p:transition spd="slow"/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Tx/>
        <a:buBlip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</a:buBlip>
        <a:defRPr lang="es-E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66700" algn="l" defTabSz="914400" rtl="0" eaLnBrk="1" latinLnBrk="0" hangingPunct="1">
        <a:spcBef>
          <a:spcPct val="20000"/>
        </a:spcBef>
        <a:buClr>
          <a:srgbClr val="C00000"/>
        </a:buClr>
        <a:buFont typeface="Wingdings" panose="05000000000000000000" pitchFamily="2" charset="2"/>
        <a:buChar char="v"/>
        <a:defRPr lang="es-ES" sz="2000" kern="1200" dirty="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971550" indent="-3429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anose="05000000000000000000" pitchFamily="2" charset="2"/>
        <a:buChar char="§"/>
        <a:defRPr lang="es-ES" sz="1800" i="1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62050" indent="-2667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43025" indent="-180975" algn="l" defTabSz="914400" rtl="0" eaLnBrk="1" latinLnBrk="0" hangingPunct="1">
        <a:spcBef>
          <a:spcPct val="20000"/>
        </a:spcBef>
        <a:buFont typeface="Arial" pitchFamily="34" charset="0"/>
        <a:buChar char="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slide" Target="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Título"/>
          <p:cNvSpPr>
            <a:spLocks noGrp="1"/>
          </p:cNvSpPr>
          <p:nvPr>
            <p:ph type="ctrTitle" idx="4294967295"/>
          </p:nvPr>
        </p:nvSpPr>
        <p:spPr>
          <a:xfrm>
            <a:off x="8472264" y="4005064"/>
            <a:ext cx="3719736" cy="649287"/>
          </a:xfrm>
        </p:spPr>
        <p:txBody>
          <a:bodyPr/>
          <a:lstStyle/>
          <a:p>
            <a:pPr algn="r"/>
            <a:r>
              <a:rPr lang="es-E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XXXXX</a:t>
            </a:r>
            <a:r>
              <a:rPr lang="es-E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s-E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E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 de Gobernanza</a:t>
            </a:r>
            <a:endParaRPr lang="es-PE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0774064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32CFA-452B-ED66-8BDE-E25096536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294FEC3-A2F7-3030-C86D-873054D01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400" dirty="0"/>
              <a:t>Roles en operatividad en </a:t>
            </a:r>
            <a:r>
              <a:rPr lang="es-ES" sz="2400" dirty="0">
                <a:highlight>
                  <a:srgbClr val="FFFF00"/>
                </a:highlight>
              </a:rPr>
              <a:t>XXXX</a:t>
            </a:r>
            <a:endParaRPr lang="en-US" sz="2400" dirty="0">
              <a:solidFill>
                <a:srgbClr val="002060"/>
              </a:solidFill>
              <a:highlight>
                <a:srgbClr val="FFFF00"/>
              </a:highlight>
            </a:endParaRPr>
          </a:p>
        </p:txBody>
      </p:sp>
      <p:sp>
        <p:nvSpPr>
          <p:cNvPr id="3" name="Elipse 2">
            <a:hlinkClick r:id="rId2" action="ppaction://hlinksldjump"/>
            <a:extLst>
              <a:ext uri="{FF2B5EF4-FFF2-40B4-BE49-F238E27FC236}">
                <a16:creationId xmlns:a16="http://schemas.microsoft.com/office/drawing/2014/main" id="{CC1F444A-3252-C291-BAD2-130BE4D8E8EA}"/>
              </a:ext>
            </a:extLst>
          </p:cNvPr>
          <p:cNvSpPr/>
          <p:nvPr/>
        </p:nvSpPr>
        <p:spPr>
          <a:xfrm>
            <a:off x="11784656" y="6453360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D23F7B7-9093-63A6-BD58-DB7E9382576F}"/>
              </a:ext>
            </a:extLst>
          </p:cNvPr>
          <p:cNvSpPr/>
          <p:nvPr/>
        </p:nvSpPr>
        <p:spPr>
          <a:xfrm>
            <a:off x="240852" y="2036934"/>
            <a:ext cx="1008112" cy="64807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200" b="1" dirty="0"/>
              <a:t>DEV</a:t>
            </a:r>
          </a:p>
          <a:p>
            <a:pPr algn="ctr"/>
            <a:r>
              <a:rPr lang="es-PE" sz="1200" dirty="0"/>
              <a:t>Grupo de edición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7937DD2-2355-90AD-6B8E-5ED51CEB932D}"/>
              </a:ext>
            </a:extLst>
          </p:cNvPr>
          <p:cNvCxnSpPr>
            <a:cxnSpLocks/>
          </p:cNvCxnSpPr>
          <p:nvPr/>
        </p:nvCxnSpPr>
        <p:spPr>
          <a:xfrm>
            <a:off x="1415480" y="1484784"/>
            <a:ext cx="0" cy="4608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upo 15">
            <a:extLst>
              <a:ext uri="{FF2B5EF4-FFF2-40B4-BE49-F238E27FC236}">
                <a16:creationId xmlns:a16="http://schemas.microsoft.com/office/drawing/2014/main" id="{659CE57F-0754-FBAA-92E5-6C8C58D2F145}"/>
              </a:ext>
            </a:extLst>
          </p:cNvPr>
          <p:cNvGrpSpPr/>
          <p:nvPr/>
        </p:nvGrpSpPr>
        <p:grpSpPr>
          <a:xfrm>
            <a:off x="287711" y="3546935"/>
            <a:ext cx="914394" cy="1103193"/>
            <a:chOff x="536534" y="2372680"/>
            <a:chExt cx="914394" cy="1103193"/>
          </a:xfrm>
          <a:solidFill>
            <a:schemeClr val="accent1">
              <a:lumMod val="60000"/>
              <a:lumOff val="40000"/>
            </a:schemeClr>
          </a:solidFill>
        </p:grpSpPr>
        <p:pic>
          <p:nvPicPr>
            <p:cNvPr id="12" name="Gráfico 11" descr="Usuario contorno">
              <a:extLst>
                <a:ext uri="{FF2B5EF4-FFF2-40B4-BE49-F238E27FC236}">
                  <a16:creationId xmlns:a16="http://schemas.microsoft.com/office/drawing/2014/main" id="{4AF7289B-02F7-BA05-3686-3389A38ADD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3392" y="2372680"/>
              <a:ext cx="741054" cy="741054"/>
            </a:xfrm>
            <a:prstGeom prst="rect">
              <a:avLst/>
            </a:prstGeom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DE1675E2-D6E3-8334-ACDB-2EE91975F4E0}"/>
                </a:ext>
              </a:extLst>
            </p:cNvPr>
            <p:cNvSpPr txBox="1"/>
            <p:nvPr/>
          </p:nvSpPr>
          <p:spPr>
            <a:xfrm>
              <a:off x="536534" y="3075763"/>
              <a:ext cx="9143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dirty="0"/>
                <a:t>Integrante de Riesgos</a:t>
              </a:r>
            </a:p>
          </p:txBody>
        </p:sp>
      </p:grp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8D9B2753-D93B-4A41-D919-E17DAF4C95DC}"/>
              </a:ext>
            </a:extLst>
          </p:cNvPr>
          <p:cNvSpPr/>
          <p:nvPr/>
        </p:nvSpPr>
        <p:spPr>
          <a:xfrm>
            <a:off x="1891275" y="2036934"/>
            <a:ext cx="1008112" cy="64807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200" b="1" dirty="0"/>
              <a:t>VAL</a:t>
            </a:r>
          </a:p>
          <a:p>
            <a:pPr algn="ctr"/>
            <a:r>
              <a:rPr lang="es-PE" sz="1200" dirty="0"/>
              <a:t>Grupo de revisión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7F329C2E-BCA5-158C-9D22-1469B2335144}"/>
              </a:ext>
            </a:extLst>
          </p:cNvPr>
          <p:cNvGrpSpPr/>
          <p:nvPr/>
        </p:nvGrpSpPr>
        <p:grpSpPr>
          <a:xfrm>
            <a:off x="1819270" y="4921414"/>
            <a:ext cx="1008109" cy="1103193"/>
            <a:chOff x="536533" y="2372680"/>
            <a:chExt cx="1008109" cy="1103193"/>
          </a:xfrm>
          <a:solidFill>
            <a:schemeClr val="accent1">
              <a:lumMod val="60000"/>
              <a:lumOff val="40000"/>
            </a:schemeClr>
          </a:solidFill>
        </p:grpSpPr>
        <p:pic>
          <p:nvPicPr>
            <p:cNvPr id="30" name="Gráfico 29" descr="Usuario contorno">
              <a:extLst>
                <a:ext uri="{FF2B5EF4-FFF2-40B4-BE49-F238E27FC236}">
                  <a16:creationId xmlns:a16="http://schemas.microsoft.com/office/drawing/2014/main" id="{9F7AC8AB-7CB2-8970-314A-D5D824E9BD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0060" y="2372680"/>
              <a:ext cx="741054" cy="741054"/>
            </a:xfrm>
            <a:prstGeom prst="rect">
              <a:avLst/>
            </a:prstGeom>
          </p:spPr>
        </p:pic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A8AA876E-FB66-B619-00CE-833BB3E8910F}"/>
                </a:ext>
              </a:extLst>
            </p:cNvPr>
            <p:cNvSpPr txBox="1"/>
            <p:nvPr/>
          </p:nvSpPr>
          <p:spPr>
            <a:xfrm>
              <a:off x="536533" y="3075763"/>
              <a:ext cx="10081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dirty="0"/>
                <a:t>Subgerente de Riesgos</a:t>
              </a: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AFFEED83-B2E2-B30F-CD07-DD095ADDACBA}"/>
              </a:ext>
            </a:extLst>
          </p:cNvPr>
          <p:cNvGrpSpPr/>
          <p:nvPr/>
        </p:nvGrpSpPr>
        <p:grpSpPr>
          <a:xfrm>
            <a:off x="1391702" y="3546935"/>
            <a:ext cx="1008109" cy="1257081"/>
            <a:chOff x="536533" y="2372680"/>
            <a:chExt cx="1008109" cy="1257081"/>
          </a:xfrm>
          <a:solidFill>
            <a:schemeClr val="accent1">
              <a:lumMod val="60000"/>
              <a:lumOff val="40000"/>
            </a:schemeClr>
          </a:solidFill>
        </p:grpSpPr>
        <p:pic>
          <p:nvPicPr>
            <p:cNvPr id="33" name="Gráfico 32" descr="Usuario contorno">
              <a:extLst>
                <a:ext uri="{FF2B5EF4-FFF2-40B4-BE49-F238E27FC236}">
                  <a16:creationId xmlns:a16="http://schemas.microsoft.com/office/drawing/2014/main" id="{A331CDE1-EABE-E167-B209-FE2B7FE46E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0060" y="2372680"/>
              <a:ext cx="741054" cy="741054"/>
            </a:xfrm>
            <a:prstGeom prst="rect">
              <a:avLst/>
            </a:prstGeom>
          </p:spPr>
        </p:pic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05F7C5AA-38AC-38E0-B45F-840C9408DE64}"/>
                </a:ext>
              </a:extLst>
            </p:cNvPr>
            <p:cNvSpPr txBox="1"/>
            <p:nvPr/>
          </p:nvSpPr>
          <p:spPr>
            <a:xfrm>
              <a:off x="536533" y="3075763"/>
              <a:ext cx="100810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dirty="0"/>
                <a:t>Integrante de equipo Riesgos Online</a:t>
              </a:r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D29B9FE-2EC6-BF54-2C19-899169B20C6E}"/>
              </a:ext>
            </a:extLst>
          </p:cNvPr>
          <p:cNvGrpSpPr/>
          <p:nvPr/>
        </p:nvGrpSpPr>
        <p:grpSpPr>
          <a:xfrm>
            <a:off x="2251315" y="3546935"/>
            <a:ext cx="1008109" cy="1257081"/>
            <a:chOff x="536533" y="2372680"/>
            <a:chExt cx="1008109" cy="1257081"/>
          </a:xfrm>
          <a:solidFill>
            <a:schemeClr val="accent1">
              <a:lumMod val="60000"/>
              <a:lumOff val="40000"/>
            </a:schemeClr>
          </a:solidFill>
        </p:grpSpPr>
        <p:pic>
          <p:nvPicPr>
            <p:cNvPr id="36" name="Gráfico 35" descr="Usuario contorno">
              <a:extLst>
                <a:ext uri="{FF2B5EF4-FFF2-40B4-BE49-F238E27FC236}">
                  <a16:creationId xmlns:a16="http://schemas.microsoft.com/office/drawing/2014/main" id="{DA37923F-056E-CC07-68F2-DBFB8600DF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0060" y="2372680"/>
              <a:ext cx="741054" cy="741054"/>
            </a:xfrm>
            <a:prstGeom prst="rect">
              <a:avLst/>
            </a:prstGeom>
          </p:spPr>
        </p:pic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3987A31B-047B-B72D-E8D7-F65E6C6A6ED1}"/>
                </a:ext>
              </a:extLst>
            </p:cNvPr>
            <p:cNvSpPr txBox="1"/>
            <p:nvPr/>
          </p:nvSpPr>
          <p:spPr>
            <a:xfrm>
              <a:off x="536533" y="3075763"/>
              <a:ext cx="100810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dirty="0"/>
                <a:t>Integrante de equipo Riesgos </a:t>
              </a:r>
              <a:r>
                <a:rPr lang="es-PE" sz="1000" dirty="0" err="1"/>
                <a:t>Batch</a:t>
              </a:r>
              <a:endParaRPr lang="es-PE" sz="1000" dirty="0"/>
            </a:p>
          </p:txBody>
        </p:sp>
      </p:grp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34F7CFD8-F735-18B6-68B8-F75C468A3A09}"/>
              </a:ext>
            </a:extLst>
          </p:cNvPr>
          <p:cNvCxnSpPr>
            <a:cxnSpLocks/>
          </p:cNvCxnSpPr>
          <p:nvPr/>
        </p:nvCxnSpPr>
        <p:spPr>
          <a:xfrm>
            <a:off x="3287688" y="1484784"/>
            <a:ext cx="0" cy="4608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Elipse 41">
            <a:extLst>
              <a:ext uri="{FF2B5EF4-FFF2-40B4-BE49-F238E27FC236}">
                <a16:creationId xmlns:a16="http://schemas.microsoft.com/office/drawing/2014/main" id="{1AAB5FA3-BF25-049D-E86F-A02AD00BBB40}"/>
              </a:ext>
            </a:extLst>
          </p:cNvPr>
          <p:cNvSpPr/>
          <p:nvPr/>
        </p:nvSpPr>
        <p:spPr>
          <a:xfrm>
            <a:off x="4540085" y="2448960"/>
            <a:ext cx="864096" cy="47353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b="1" dirty="0"/>
              <a:t>REN</a:t>
            </a:r>
          </a:p>
        </p:txBody>
      </p:sp>
      <p:sp>
        <p:nvSpPr>
          <p:cNvPr id="43" name="Diagrama de flujo: decisión 42">
            <a:extLst>
              <a:ext uri="{FF2B5EF4-FFF2-40B4-BE49-F238E27FC236}">
                <a16:creationId xmlns:a16="http://schemas.microsoft.com/office/drawing/2014/main" id="{45D84943-338E-B91F-93D9-8628F23E72E9}"/>
              </a:ext>
            </a:extLst>
          </p:cNvPr>
          <p:cNvSpPr/>
          <p:nvPr/>
        </p:nvSpPr>
        <p:spPr>
          <a:xfrm>
            <a:off x="3359696" y="2124205"/>
            <a:ext cx="598891" cy="473530"/>
          </a:xfrm>
          <a:prstGeom prst="flowChartDecision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B9B31584-5A02-9217-BAF0-A856B27A07AA}"/>
              </a:ext>
            </a:extLst>
          </p:cNvPr>
          <p:cNvCxnSpPr>
            <a:stCxn id="43" idx="2"/>
            <a:endCxn id="42" idx="2"/>
          </p:cNvCxnSpPr>
          <p:nvPr/>
        </p:nvCxnSpPr>
        <p:spPr>
          <a:xfrm rot="16200000" flipH="1">
            <a:off x="4055618" y="2201258"/>
            <a:ext cx="87990" cy="880943"/>
          </a:xfrm>
          <a:prstGeom prst="bentConnector2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80F104DE-E98C-5E07-2DD2-8E75B8D4BA72}"/>
              </a:ext>
            </a:extLst>
          </p:cNvPr>
          <p:cNvSpPr txBox="1"/>
          <p:nvPr/>
        </p:nvSpPr>
        <p:spPr>
          <a:xfrm>
            <a:off x="3490142" y="2708920"/>
            <a:ext cx="11521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Nuevo </a:t>
            </a:r>
            <a:r>
              <a:rPr lang="es-PE" sz="1000" dirty="0" err="1"/>
              <a:t>workflow</a:t>
            </a:r>
            <a:endParaRPr lang="es-PE" sz="10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9EF951F2-9AF2-69D9-1C96-1A09027343A7}"/>
              </a:ext>
            </a:extLst>
          </p:cNvPr>
          <p:cNvSpPr txBox="1"/>
          <p:nvPr/>
        </p:nvSpPr>
        <p:spPr>
          <a:xfrm>
            <a:off x="3490142" y="1502060"/>
            <a:ext cx="11521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Nueva versión</a:t>
            </a:r>
          </a:p>
        </p:txBody>
      </p:sp>
      <p:sp>
        <p:nvSpPr>
          <p:cNvPr id="53" name="Diagrama de flujo: decisión 52">
            <a:extLst>
              <a:ext uri="{FF2B5EF4-FFF2-40B4-BE49-F238E27FC236}">
                <a16:creationId xmlns:a16="http://schemas.microsoft.com/office/drawing/2014/main" id="{4C225EEF-18FD-6213-DEB4-A99DCE46DF74}"/>
              </a:ext>
            </a:extLst>
          </p:cNvPr>
          <p:cNvSpPr/>
          <p:nvPr/>
        </p:nvSpPr>
        <p:spPr>
          <a:xfrm>
            <a:off x="4672687" y="1506788"/>
            <a:ext cx="598891" cy="473530"/>
          </a:xfrm>
          <a:prstGeom prst="flowChartDecision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4" name="Conector: angular 53">
            <a:extLst>
              <a:ext uri="{FF2B5EF4-FFF2-40B4-BE49-F238E27FC236}">
                <a16:creationId xmlns:a16="http://schemas.microsoft.com/office/drawing/2014/main" id="{A289FB28-89D8-B677-7C81-03E043ED0935}"/>
              </a:ext>
            </a:extLst>
          </p:cNvPr>
          <p:cNvCxnSpPr>
            <a:cxnSpLocks/>
            <a:stCxn id="43" idx="0"/>
            <a:endCxn id="53" idx="1"/>
          </p:cNvCxnSpPr>
          <p:nvPr/>
        </p:nvCxnSpPr>
        <p:spPr>
          <a:xfrm rot="5400000" flipH="1" flipV="1">
            <a:off x="3975588" y="1427107"/>
            <a:ext cx="380652" cy="10135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: angular 57">
            <a:extLst>
              <a:ext uri="{FF2B5EF4-FFF2-40B4-BE49-F238E27FC236}">
                <a16:creationId xmlns:a16="http://schemas.microsoft.com/office/drawing/2014/main" id="{2E7C698E-8EE1-7085-9C54-8EDE3044310A}"/>
              </a:ext>
            </a:extLst>
          </p:cNvPr>
          <p:cNvCxnSpPr>
            <a:cxnSpLocks/>
            <a:stCxn id="53" idx="0"/>
            <a:endCxn id="133" idx="0"/>
          </p:cNvCxnSpPr>
          <p:nvPr/>
        </p:nvCxnSpPr>
        <p:spPr>
          <a:xfrm rot="5400000" flipH="1" flipV="1">
            <a:off x="5811147" y="634974"/>
            <a:ext cx="32800" cy="1710828"/>
          </a:xfrm>
          <a:prstGeom prst="bentConnector3">
            <a:avLst>
              <a:gd name="adj1" fmla="val 796951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484939F9-2043-639E-FDDA-EFED44613725}"/>
              </a:ext>
            </a:extLst>
          </p:cNvPr>
          <p:cNvCxnSpPr>
            <a:stCxn id="7" idx="3"/>
            <a:endCxn id="28" idx="1"/>
          </p:cNvCxnSpPr>
          <p:nvPr/>
        </p:nvCxnSpPr>
        <p:spPr>
          <a:xfrm>
            <a:off x="1248964" y="2360970"/>
            <a:ext cx="6423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15277992-B864-62A8-A7DA-8AFDCC040170}"/>
              </a:ext>
            </a:extLst>
          </p:cNvPr>
          <p:cNvCxnSpPr>
            <a:cxnSpLocks/>
            <a:stCxn id="28" idx="3"/>
            <a:endCxn id="43" idx="1"/>
          </p:cNvCxnSpPr>
          <p:nvPr/>
        </p:nvCxnSpPr>
        <p:spPr>
          <a:xfrm>
            <a:off x="2899387" y="2360970"/>
            <a:ext cx="4603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65">
            <a:extLst>
              <a:ext uri="{FF2B5EF4-FFF2-40B4-BE49-F238E27FC236}">
                <a16:creationId xmlns:a16="http://schemas.microsoft.com/office/drawing/2014/main" id="{DC4300FD-017D-22C1-0D93-021C331D40EE}"/>
              </a:ext>
            </a:extLst>
          </p:cNvPr>
          <p:cNvSpPr txBox="1"/>
          <p:nvPr/>
        </p:nvSpPr>
        <p:spPr>
          <a:xfrm>
            <a:off x="5030528" y="1014844"/>
            <a:ext cx="16425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Cambio de parámetros</a:t>
            </a:r>
          </a:p>
        </p:txBody>
      </p: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73EC6ECA-EC51-5CFB-1BBC-8757F3537CFA}"/>
              </a:ext>
            </a:extLst>
          </p:cNvPr>
          <p:cNvCxnSpPr>
            <a:stCxn id="53" idx="2"/>
            <a:endCxn id="42" idx="0"/>
          </p:cNvCxnSpPr>
          <p:nvPr/>
        </p:nvCxnSpPr>
        <p:spPr>
          <a:xfrm>
            <a:off x="4972133" y="1980318"/>
            <a:ext cx="0" cy="468642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uadroTexto 69">
            <a:extLst>
              <a:ext uri="{FF2B5EF4-FFF2-40B4-BE49-F238E27FC236}">
                <a16:creationId xmlns:a16="http://schemas.microsoft.com/office/drawing/2014/main" id="{D0D76A0A-3715-8090-8C5A-AA94957BE9C5}"/>
              </a:ext>
            </a:extLst>
          </p:cNvPr>
          <p:cNvSpPr txBox="1"/>
          <p:nvPr/>
        </p:nvSpPr>
        <p:spPr>
          <a:xfrm>
            <a:off x="4925525" y="1991926"/>
            <a:ext cx="130164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Nuevos/actualización de  inputs/outputs</a:t>
            </a:r>
          </a:p>
        </p:txBody>
      </p:sp>
      <p:sp>
        <p:nvSpPr>
          <p:cNvPr id="72" name="Rectángulo: esquinas redondeadas 71">
            <a:extLst>
              <a:ext uri="{FF2B5EF4-FFF2-40B4-BE49-F238E27FC236}">
                <a16:creationId xmlns:a16="http://schemas.microsoft.com/office/drawing/2014/main" id="{4266C585-8E67-911C-2F1F-91B7326AE149}"/>
              </a:ext>
            </a:extLst>
          </p:cNvPr>
          <p:cNvSpPr/>
          <p:nvPr/>
        </p:nvSpPr>
        <p:spPr>
          <a:xfrm>
            <a:off x="6047273" y="2362700"/>
            <a:ext cx="1278357" cy="64807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200" b="1" dirty="0"/>
              <a:t>ADM</a:t>
            </a:r>
          </a:p>
          <a:p>
            <a:pPr algn="ctr"/>
            <a:r>
              <a:rPr lang="es-PE" sz="1200" dirty="0"/>
              <a:t>Grupo de administración</a:t>
            </a:r>
          </a:p>
        </p:txBody>
      </p: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0049942B-B114-5592-76FF-4F96F5BFD200}"/>
              </a:ext>
            </a:extLst>
          </p:cNvPr>
          <p:cNvCxnSpPr>
            <a:cxnSpLocks/>
          </p:cNvCxnSpPr>
          <p:nvPr/>
        </p:nvCxnSpPr>
        <p:spPr>
          <a:xfrm>
            <a:off x="263352" y="3229751"/>
            <a:ext cx="117373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upo 77">
            <a:extLst>
              <a:ext uri="{FF2B5EF4-FFF2-40B4-BE49-F238E27FC236}">
                <a16:creationId xmlns:a16="http://schemas.microsoft.com/office/drawing/2014/main" id="{6AC0E6E7-0455-57E8-E3CA-897A1C7059C0}"/>
              </a:ext>
            </a:extLst>
          </p:cNvPr>
          <p:cNvGrpSpPr/>
          <p:nvPr/>
        </p:nvGrpSpPr>
        <p:grpSpPr>
          <a:xfrm>
            <a:off x="6196269" y="3546935"/>
            <a:ext cx="1008109" cy="1103193"/>
            <a:chOff x="536533" y="2372680"/>
            <a:chExt cx="1008109" cy="1103193"/>
          </a:xfrm>
          <a:solidFill>
            <a:schemeClr val="accent2">
              <a:lumMod val="40000"/>
              <a:lumOff val="60000"/>
            </a:schemeClr>
          </a:solidFill>
        </p:grpSpPr>
        <p:pic>
          <p:nvPicPr>
            <p:cNvPr id="79" name="Gráfico 78" descr="Usuario contorno">
              <a:extLst>
                <a:ext uri="{FF2B5EF4-FFF2-40B4-BE49-F238E27FC236}">
                  <a16:creationId xmlns:a16="http://schemas.microsoft.com/office/drawing/2014/main" id="{D53013A8-09AA-8AAC-4444-E31FC48409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0060" y="2372680"/>
              <a:ext cx="741054" cy="741054"/>
            </a:xfrm>
            <a:prstGeom prst="rect">
              <a:avLst/>
            </a:prstGeom>
          </p:spPr>
        </p:pic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BB64CE5E-97D4-59C1-0454-2A26E70A7876}"/>
                </a:ext>
              </a:extLst>
            </p:cNvPr>
            <p:cNvSpPr txBox="1"/>
            <p:nvPr/>
          </p:nvSpPr>
          <p:spPr>
            <a:xfrm>
              <a:off x="536533" y="3075763"/>
              <a:ext cx="10081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dirty="0"/>
                <a:t>Administrador de cuenta</a:t>
              </a:r>
            </a:p>
          </p:txBody>
        </p:sp>
      </p:grp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FE6D6535-F6B5-83DA-F54F-EEDC3B4BF8C1}"/>
              </a:ext>
            </a:extLst>
          </p:cNvPr>
          <p:cNvCxnSpPr>
            <a:cxnSpLocks/>
            <a:stCxn id="42" idx="6"/>
            <a:endCxn id="72" idx="1"/>
          </p:cNvCxnSpPr>
          <p:nvPr/>
        </p:nvCxnSpPr>
        <p:spPr>
          <a:xfrm>
            <a:off x="5404181" y="2685725"/>
            <a:ext cx="643092" cy="1011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upo 86">
            <a:extLst>
              <a:ext uri="{FF2B5EF4-FFF2-40B4-BE49-F238E27FC236}">
                <a16:creationId xmlns:a16="http://schemas.microsoft.com/office/drawing/2014/main" id="{E50BE9ED-E9BA-140A-C3B3-9E3D95290C78}"/>
              </a:ext>
            </a:extLst>
          </p:cNvPr>
          <p:cNvGrpSpPr/>
          <p:nvPr/>
        </p:nvGrpSpPr>
        <p:grpSpPr>
          <a:xfrm>
            <a:off x="3675989" y="3546935"/>
            <a:ext cx="1008109" cy="1103193"/>
            <a:chOff x="536533" y="2372680"/>
            <a:chExt cx="1008109" cy="1103193"/>
          </a:xfrm>
          <a:solidFill>
            <a:schemeClr val="accent1">
              <a:lumMod val="60000"/>
              <a:lumOff val="40000"/>
            </a:schemeClr>
          </a:solidFill>
        </p:grpSpPr>
        <p:pic>
          <p:nvPicPr>
            <p:cNvPr id="88" name="Gráfico 87" descr="Usuario contorno">
              <a:extLst>
                <a:ext uri="{FF2B5EF4-FFF2-40B4-BE49-F238E27FC236}">
                  <a16:creationId xmlns:a16="http://schemas.microsoft.com/office/drawing/2014/main" id="{84756FD0-4363-FAD1-A625-8A92BFF92C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0060" y="2372680"/>
              <a:ext cx="741054" cy="741054"/>
            </a:xfrm>
            <a:prstGeom prst="rect">
              <a:avLst/>
            </a:prstGeom>
          </p:spPr>
        </p:pic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E78AE22F-6728-7A39-A864-AB95C6D30A29}"/>
                </a:ext>
              </a:extLst>
            </p:cNvPr>
            <p:cNvSpPr txBox="1"/>
            <p:nvPr/>
          </p:nvSpPr>
          <p:spPr>
            <a:xfrm>
              <a:off x="536533" y="3075763"/>
              <a:ext cx="10081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dirty="0"/>
                <a:t>Gestor en Riesgos</a:t>
              </a:r>
            </a:p>
          </p:txBody>
        </p:sp>
      </p:grp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ED36AA95-24EF-6A74-EEAF-5FCC0C49652D}"/>
              </a:ext>
            </a:extLst>
          </p:cNvPr>
          <p:cNvCxnSpPr>
            <a:cxnSpLocks/>
          </p:cNvCxnSpPr>
          <p:nvPr/>
        </p:nvCxnSpPr>
        <p:spPr>
          <a:xfrm>
            <a:off x="7492413" y="1484784"/>
            <a:ext cx="0" cy="4608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ángulo: esquinas redondeadas 91">
            <a:extLst>
              <a:ext uri="{FF2B5EF4-FFF2-40B4-BE49-F238E27FC236}">
                <a16:creationId xmlns:a16="http://schemas.microsoft.com/office/drawing/2014/main" id="{F43856D0-71B4-5945-764A-A432DBFE946C}"/>
              </a:ext>
            </a:extLst>
          </p:cNvPr>
          <p:cNvSpPr/>
          <p:nvPr/>
        </p:nvSpPr>
        <p:spPr>
          <a:xfrm>
            <a:off x="7752184" y="2360970"/>
            <a:ext cx="1008112" cy="64807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200" b="1" dirty="0"/>
              <a:t>PROD</a:t>
            </a:r>
          </a:p>
          <a:p>
            <a:pPr algn="ctr"/>
            <a:r>
              <a:rPr lang="es-PE" sz="1200" dirty="0"/>
              <a:t>Grupo de DESA/PRD</a:t>
            </a:r>
          </a:p>
        </p:txBody>
      </p: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E9EAC720-2BB4-3F04-EACA-7820A97E16C4}"/>
              </a:ext>
            </a:extLst>
          </p:cNvPr>
          <p:cNvCxnSpPr>
            <a:cxnSpLocks/>
            <a:stCxn id="72" idx="3"/>
            <a:endCxn id="92" idx="1"/>
          </p:cNvCxnSpPr>
          <p:nvPr/>
        </p:nvCxnSpPr>
        <p:spPr>
          <a:xfrm flipV="1">
            <a:off x="7325630" y="2685006"/>
            <a:ext cx="426554" cy="173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upo 97">
            <a:extLst>
              <a:ext uri="{FF2B5EF4-FFF2-40B4-BE49-F238E27FC236}">
                <a16:creationId xmlns:a16="http://schemas.microsoft.com/office/drawing/2014/main" id="{F69CD368-CB7F-5C32-2154-4D6F16D99C2F}"/>
              </a:ext>
            </a:extLst>
          </p:cNvPr>
          <p:cNvGrpSpPr/>
          <p:nvPr/>
        </p:nvGrpSpPr>
        <p:grpSpPr>
          <a:xfrm>
            <a:off x="7543829" y="3546935"/>
            <a:ext cx="1008109" cy="1257081"/>
            <a:chOff x="536533" y="2372680"/>
            <a:chExt cx="1008109" cy="1257081"/>
          </a:xfrm>
          <a:solidFill>
            <a:schemeClr val="accent2">
              <a:lumMod val="40000"/>
              <a:lumOff val="60000"/>
            </a:schemeClr>
          </a:solidFill>
        </p:grpSpPr>
        <p:pic>
          <p:nvPicPr>
            <p:cNvPr id="99" name="Gráfico 98" descr="Usuario contorno">
              <a:extLst>
                <a:ext uri="{FF2B5EF4-FFF2-40B4-BE49-F238E27FC236}">
                  <a16:creationId xmlns:a16="http://schemas.microsoft.com/office/drawing/2014/main" id="{39958074-6781-8743-A94E-4369E9796F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0060" y="2372680"/>
              <a:ext cx="741054" cy="741054"/>
            </a:xfrm>
            <a:prstGeom prst="rect">
              <a:avLst/>
            </a:prstGeom>
          </p:spPr>
        </p:pic>
        <p:sp>
          <p:nvSpPr>
            <p:cNvPr id="100" name="CuadroTexto 99">
              <a:extLst>
                <a:ext uri="{FF2B5EF4-FFF2-40B4-BE49-F238E27FC236}">
                  <a16:creationId xmlns:a16="http://schemas.microsoft.com/office/drawing/2014/main" id="{B2C7E7D1-38E1-00E7-6E82-9B02B7868A14}"/>
                </a:ext>
              </a:extLst>
            </p:cNvPr>
            <p:cNvSpPr txBox="1"/>
            <p:nvPr/>
          </p:nvSpPr>
          <p:spPr>
            <a:xfrm>
              <a:off x="536533" y="3075763"/>
              <a:ext cx="100810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dirty="0"/>
                <a:t>Integrante de equipo de Sistemas Online</a:t>
              </a:r>
            </a:p>
          </p:txBody>
        </p:sp>
      </p:grp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98B8FFC0-DE31-C045-19AF-45CBE0C52DA4}"/>
              </a:ext>
            </a:extLst>
          </p:cNvPr>
          <p:cNvGrpSpPr/>
          <p:nvPr/>
        </p:nvGrpSpPr>
        <p:grpSpPr>
          <a:xfrm>
            <a:off x="8484967" y="4921414"/>
            <a:ext cx="1008109" cy="1410969"/>
            <a:chOff x="536533" y="2372680"/>
            <a:chExt cx="1008109" cy="1410969"/>
          </a:xfrm>
          <a:solidFill>
            <a:schemeClr val="accent2">
              <a:lumMod val="40000"/>
              <a:lumOff val="60000"/>
            </a:schemeClr>
          </a:solidFill>
        </p:grpSpPr>
        <p:pic>
          <p:nvPicPr>
            <p:cNvPr id="102" name="Gráfico 101" descr="Usuario contorno">
              <a:extLst>
                <a:ext uri="{FF2B5EF4-FFF2-40B4-BE49-F238E27FC236}">
                  <a16:creationId xmlns:a16="http://schemas.microsoft.com/office/drawing/2014/main" id="{AC83BAF9-AC9B-9F0D-6204-4F3A58E2FB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0060" y="2372680"/>
              <a:ext cx="741054" cy="741054"/>
            </a:xfrm>
            <a:prstGeom prst="rect">
              <a:avLst/>
            </a:prstGeom>
          </p:spPr>
        </p:pic>
        <p:sp>
          <p:nvSpPr>
            <p:cNvPr id="103" name="CuadroTexto 102">
              <a:extLst>
                <a:ext uri="{FF2B5EF4-FFF2-40B4-BE49-F238E27FC236}">
                  <a16:creationId xmlns:a16="http://schemas.microsoft.com/office/drawing/2014/main" id="{2659DE28-0651-81B7-95AD-BF2E3F7E04A0}"/>
                </a:ext>
              </a:extLst>
            </p:cNvPr>
            <p:cNvSpPr txBox="1"/>
            <p:nvPr/>
          </p:nvSpPr>
          <p:spPr>
            <a:xfrm>
              <a:off x="536533" y="3075763"/>
              <a:ext cx="10081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dirty="0"/>
                <a:t>Operador de Sistemas para Monitoreo y Contingencia</a:t>
              </a: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526565DC-D6D5-3153-9B64-8A408B1E1FF1}"/>
              </a:ext>
            </a:extLst>
          </p:cNvPr>
          <p:cNvGrpSpPr/>
          <p:nvPr/>
        </p:nvGrpSpPr>
        <p:grpSpPr>
          <a:xfrm>
            <a:off x="8484967" y="3546935"/>
            <a:ext cx="1008109" cy="1257081"/>
            <a:chOff x="536533" y="2372680"/>
            <a:chExt cx="1008109" cy="1257081"/>
          </a:xfrm>
          <a:solidFill>
            <a:schemeClr val="accent2">
              <a:lumMod val="40000"/>
              <a:lumOff val="60000"/>
            </a:schemeClr>
          </a:solidFill>
        </p:grpSpPr>
        <p:pic>
          <p:nvPicPr>
            <p:cNvPr id="107" name="Gráfico 106" descr="Usuario contorno">
              <a:extLst>
                <a:ext uri="{FF2B5EF4-FFF2-40B4-BE49-F238E27FC236}">
                  <a16:creationId xmlns:a16="http://schemas.microsoft.com/office/drawing/2014/main" id="{39475200-3806-23AD-7B5C-4AC6861A5B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0060" y="2372680"/>
              <a:ext cx="741054" cy="741054"/>
            </a:xfrm>
            <a:prstGeom prst="rect">
              <a:avLst/>
            </a:prstGeom>
          </p:spPr>
        </p:pic>
        <p:sp>
          <p:nvSpPr>
            <p:cNvPr id="108" name="CuadroTexto 107">
              <a:extLst>
                <a:ext uri="{FF2B5EF4-FFF2-40B4-BE49-F238E27FC236}">
                  <a16:creationId xmlns:a16="http://schemas.microsoft.com/office/drawing/2014/main" id="{35CB8243-F5E8-1049-8348-34E51186F36B}"/>
                </a:ext>
              </a:extLst>
            </p:cNvPr>
            <p:cNvSpPr txBox="1"/>
            <p:nvPr/>
          </p:nvSpPr>
          <p:spPr>
            <a:xfrm>
              <a:off x="536533" y="3075763"/>
              <a:ext cx="100810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dirty="0"/>
                <a:t>Integrante de equipo de BI </a:t>
              </a:r>
              <a:r>
                <a:rPr lang="es-PE" sz="1000" dirty="0" err="1"/>
                <a:t>Batch</a:t>
              </a:r>
              <a:endParaRPr lang="es-PE" sz="1000" dirty="0"/>
            </a:p>
          </p:txBody>
        </p:sp>
      </p:grpSp>
      <p:cxnSp>
        <p:nvCxnSpPr>
          <p:cNvPr id="115" name="Conector recto 114">
            <a:extLst>
              <a:ext uri="{FF2B5EF4-FFF2-40B4-BE49-F238E27FC236}">
                <a16:creationId xmlns:a16="http://schemas.microsoft.com/office/drawing/2014/main" id="{7462FA1D-5E8B-B67E-75FA-1280B462873E}"/>
              </a:ext>
            </a:extLst>
          </p:cNvPr>
          <p:cNvCxnSpPr>
            <a:cxnSpLocks/>
          </p:cNvCxnSpPr>
          <p:nvPr/>
        </p:nvCxnSpPr>
        <p:spPr>
          <a:xfrm>
            <a:off x="10488488" y="1506788"/>
            <a:ext cx="0" cy="4946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ángulo: esquinas redondeadas 118">
            <a:extLst>
              <a:ext uri="{FF2B5EF4-FFF2-40B4-BE49-F238E27FC236}">
                <a16:creationId xmlns:a16="http://schemas.microsoft.com/office/drawing/2014/main" id="{1972A592-A73D-8D5F-9FD6-D9A84102444D}"/>
              </a:ext>
            </a:extLst>
          </p:cNvPr>
          <p:cNvSpPr/>
          <p:nvPr/>
        </p:nvSpPr>
        <p:spPr>
          <a:xfrm>
            <a:off x="10685764" y="1509518"/>
            <a:ext cx="1247915" cy="64807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200" b="1" dirty="0"/>
              <a:t>MDA</a:t>
            </a:r>
          </a:p>
          <a:p>
            <a:pPr algn="ctr"/>
            <a:r>
              <a:rPr lang="es-PE" sz="1200" dirty="0"/>
              <a:t>Grupo de Mesa de Ayuda</a:t>
            </a:r>
          </a:p>
        </p:txBody>
      </p:sp>
      <p:sp>
        <p:nvSpPr>
          <p:cNvPr id="120" name="Rectángulo: esquinas redondeadas 119">
            <a:extLst>
              <a:ext uri="{FF2B5EF4-FFF2-40B4-BE49-F238E27FC236}">
                <a16:creationId xmlns:a16="http://schemas.microsoft.com/office/drawing/2014/main" id="{46E1B04C-2068-FF2E-5EC0-CD98EEA5C51E}"/>
              </a:ext>
            </a:extLst>
          </p:cNvPr>
          <p:cNvSpPr/>
          <p:nvPr/>
        </p:nvSpPr>
        <p:spPr>
          <a:xfrm>
            <a:off x="10685764" y="2471121"/>
            <a:ext cx="1247915" cy="64807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200" b="1" dirty="0"/>
              <a:t>SEG</a:t>
            </a:r>
          </a:p>
          <a:p>
            <a:pPr algn="ctr"/>
            <a:r>
              <a:rPr lang="es-PE" sz="1200" dirty="0"/>
              <a:t>Grupo de Seguridad 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C98163FD-F79E-34AF-67F9-795B20980D27}"/>
              </a:ext>
            </a:extLst>
          </p:cNvPr>
          <p:cNvGrpSpPr/>
          <p:nvPr/>
        </p:nvGrpSpPr>
        <p:grpSpPr>
          <a:xfrm>
            <a:off x="10776547" y="3546935"/>
            <a:ext cx="1008109" cy="1103193"/>
            <a:chOff x="536533" y="2372680"/>
            <a:chExt cx="1008109" cy="1103193"/>
          </a:xfrm>
        </p:grpSpPr>
        <p:pic>
          <p:nvPicPr>
            <p:cNvPr id="124" name="Gráfico 123" descr="Usuario contorno">
              <a:extLst>
                <a:ext uri="{FF2B5EF4-FFF2-40B4-BE49-F238E27FC236}">
                  <a16:creationId xmlns:a16="http://schemas.microsoft.com/office/drawing/2014/main" id="{63620EEB-FB44-2625-51A5-9BAC19F131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0060" y="2372680"/>
              <a:ext cx="741054" cy="741054"/>
            </a:xfrm>
            <a:prstGeom prst="rect">
              <a:avLst/>
            </a:prstGeom>
          </p:spPr>
        </p:pic>
        <p:sp>
          <p:nvSpPr>
            <p:cNvPr id="125" name="CuadroTexto 124">
              <a:extLst>
                <a:ext uri="{FF2B5EF4-FFF2-40B4-BE49-F238E27FC236}">
                  <a16:creationId xmlns:a16="http://schemas.microsoft.com/office/drawing/2014/main" id="{0ABD40CA-93BD-2652-F6B8-9BB22289BB3B}"/>
                </a:ext>
              </a:extLst>
            </p:cNvPr>
            <p:cNvSpPr txBox="1"/>
            <p:nvPr/>
          </p:nvSpPr>
          <p:spPr>
            <a:xfrm>
              <a:off x="536533" y="3075763"/>
              <a:ext cx="10081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dirty="0"/>
                <a:t>Integrante de Mesa de Ayuda</a:t>
              </a:r>
            </a:p>
          </p:txBody>
        </p:sp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197D98B9-C960-0758-343E-AD907BF72B4C}"/>
              </a:ext>
            </a:extLst>
          </p:cNvPr>
          <p:cNvGrpSpPr/>
          <p:nvPr/>
        </p:nvGrpSpPr>
        <p:grpSpPr>
          <a:xfrm>
            <a:off x="10805666" y="4921414"/>
            <a:ext cx="1008109" cy="1257081"/>
            <a:chOff x="536533" y="2372680"/>
            <a:chExt cx="1008109" cy="1257081"/>
          </a:xfrm>
        </p:grpSpPr>
        <p:pic>
          <p:nvPicPr>
            <p:cNvPr id="128" name="Gráfico 127" descr="Usuario contorno">
              <a:extLst>
                <a:ext uri="{FF2B5EF4-FFF2-40B4-BE49-F238E27FC236}">
                  <a16:creationId xmlns:a16="http://schemas.microsoft.com/office/drawing/2014/main" id="{3218D707-336D-4B42-03FB-5F2F6E4272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0060" y="2372680"/>
              <a:ext cx="741054" cy="741054"/>
            </a:xfrm>
            <a:prstGeom prst="rect">
              <a:avLst/>
            </a:prstGeom>
          </p:spPr>
        </p:pic>
        <p:sp>
          <p:nvSpPr>
            <p:cNvPr id="129" name="CuadroTexto 128">
              <a:extLst>
                <a:ext uri="{FF2B5EF4-FFF2-40B4-BE49-F238E27FC236}">
                  <a16:creationId xmlns:a16="http://schemas.microsoft.com/office/drawing/2014/main" id="{DF945E4B-07BA-3B6F-2E83-D9CF609BD7B6}"/>
                </a:ext>
              </a:extLst>
            </p:cNvPr>
            <p:cNvSpPr txBox="1"/>
            <p:nvPr/>
          </p:nvSpPr>
          <p:spPr>
            <a:xfrm>
              <a:off x="536533" y="3075763"/>
              <a:ext cx="100810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dirty="0"/>
                <a:t>Integrante de Seguridad de la Información</a:t>
              </a: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828B006C-1856-1C1B-25C0-B22F5651A24F}"/>
              </a:ext>
            </a:extLst>
          </p:cNvPr>
          <p:cNvGrpSpPr/>
          <p:nvPr/>
        </p:nvGrpSpPr>
        <p:grpSpPr>
          <a:xfrm>
            <a:off x="284782" y="4921414"/>
            <a:ext cx="914394" cy="1103193"/>
            <a:chOff x="536534" y="2372680"/>
            <a:chExt cx="914394" cy="1103193"/>
          </a:xfrm>
          <a:solidFill>
            <a:schemeClr val="accent1">
              <a:lumMod val="60000"/>
              <a:lumOff val="40000"/>
            </a:schemeClr>
          </a:solidFill>
        </p:grpSpPr>
        <p:pic>
          <p:nvPicPr>
            <p:cNvPr id="131" name="Gráfico 130" descr="Usuario contorno">
              <a:extLst>
                <a:ext uri="{FF2B5EF4-FFF2-40B4-BE49-F238E27FC236}">
                  <a16:creationId xmlns:a16="http://schemas.microsoft.com/office/drawing/2014/main" id="{E011CF96-18DA-D45A-11D8-0A8DC01CCB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3392" y="2372680"/>
              <a:ext cx="741054" cy="741054"/>
            </a:xfrm>
            <a:prstGeom prst="rect">
              <a:avLst/>
            </a:prstGeom>
          </p:spPr>
        </p:pic>
        <p:sp>
          <p:nvSpPr>
            <p:cNvPr id="132" name="CuadroTexto 131">
              <a:extLst>
                <a:ext uri="{FF2B5EF4-FFF2-40B4-BE49-F238E27FC236}">
                  <a16:creationId xmlns:a16="http://schemas.microsoft.com/office/drawing/2014/main" id="{0B99FD34-2211-D4F1-4D02-506CD51687F5}"/>
                </a:ext>
              </a:extLst>
            </p:cNvPr>
            <p:cNvSpPr txBox="1"/>
            <p:nvPr/>
          </p:nvSpPr>
          <p:spPr>
            <a:xfrm>
              <a:off x="536534" y="3075763"/>
              <a:ext cx="9143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dirty="0"/>
                <a:t>Visualizador de flujos</a:t>
              </a:r>
            </a:p>
          </p:txBody>
        </p:sp>
      </p:grpSp>
      <p:sp>
        <p:nvSpPr>
          <p:cNvPr id="133" name="Elipse 132">
            <a:extLst>
              <a:ext uri="{FF2B5EF4-FFF2-40B4-BE49-F238E27FC236}">
                <a16:creationId xmlns:a16="http://schemas.microsoft.com/office/drawing/2014/main" id="{598E2A08-B651-EAE5-CFD0-1221409C3AC5}"/>
              </a:ext>
            </a:extLst>
          </p:cNvPr>
          <p:cNvSpPr/>
          <p:nvPr/>
        </p:nvSpPr>
        <p:spPr>
          <a:xfrm>
            <a:off x="5984716" y="1473988"/>
            <a:ext cx="1396489" cy="473530"/>
          </a:xfrm>
          <a:prstGeom prst="ellipse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b="1" dirty="0"/>
              <a:t>REN </a:t>
            </a:r>
            <a:r>
              <a:rPr lang="es-PE" sz="1200" b="1" dirty="0"/>
              <a:t>Express</a:t>
            </a:r>
            <a:endParaRPr lang="es-PE" sz="1600" b="1" dirty="0"/>
          </a:p>
        </p:txBody>
      </p:sp>
      <p:cxnSp>
        <p:nvCxnSpPr>
          <p:cNvPr id="142" name="Conector recto de flecha 141">
            <a:extLst>
              <a:ext uri="{FF2B5EF4-FFF2-40B4-BE49-F238E27FC236}">
                <a16:creationId xmlns:a16="http://schemas.microsoft.com/office/drawing/2014/main" id="{5FF201D9-0E60-A058-B0AC-1FFBF923E6C6}"/>
              </a:ext>
            </a:extLst>
          </p:cNvPr>
          <p:cNvCxnSpPr>
            <a:cxnSpLocks/>
            <a:stCxn id="133" idx="4"/>
            <a:endCxn id="72" idx="0"/>
          </p:cNvCxnSpPr>
          <p:nvPr/>
        </p:nvCxnSpPr>
        <p:spPr>
          <a:xfrm>
            <a:off x="6682961" y="1947518"/>
            <a:ext cx="3491" cy="415182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ED8CCD5-1A1C-9938-03FE-7B140946DC97}"/>
              </a:ext>
            </a:extLst>
          </p:cNvPr>
          <p:cNvSpPr/>
          <p:nvPr/>
        </p:nvSpPr>
        <p:spPr>
          <a:xfrm>
            <a:off x="9336360" y="2359936"/>
            <a:ext cx="1008112" cy="64807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200" b="1" dirty="0"/>
              <a:t>QA</a:t>
            </a:r>
          </a:p>
          <a:p>
            <a:pPr algn="ctr"/>
            <a:r>
              <a:rPr lang="es-PE" sz="1200" dirty="0"/>
              <a:t>Grupo de calidad</a:t>
            </a:r>
          </a:p>
        </p:txBody>
      </p: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DC58ACC2-CD6E-EDDD-4E8A-75E7509FDFB0}"/>
              </a:ext>
            </a:extLst>
          </p:cNvPr>
          <p:cNvCxnSpPr>
            <a:cxnSpLocks/>
            <a:stCxn id="133" idx="6"/>
            <a:endCxn id="15" idx="0"/>
          </p:cNvCxnSpPr>
          <p:nvPr/>
        </p:nvCxnSpPr>
        <p:spPr>
          <a:xfrm>
            <a:off x="7381205" y="1710753"/>
            <a:ext cx="2459211" cy="649183"/>
          </a:xfrm>
          <a:prstGeom prst="bentConnector2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AE7B2638-1DCC-BFE8-8A78-D49A2509224A}"/>
              </a:ext>
            </a:extLst>
          </p:cNvPr>
          <p:cNvCxnSpPr>
            <a:cxnSpLocks/>
            <a:stCxn id="92" idx="3"/>
            <a:endCxn id="15" idx="1"/>
          </p:cNvCxnSpPr>
          <p:nvPr/>
        </p:nvCxnSpPr>
        <p:spPr>
          <a:xfrm flipV="1">
            <a:off x="8760296" y="2683972"/>
            <a:ext cx="576064" cy="1034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066E9F8-D02A-E542-77D2-D4C8EEA08E0B}"/>
              </a:ext>
            </a:extLst>
          </p:cNvPr>
          <p:cNvSpPr txBox="1"/>
          <p:nvPr/>
        </p:nvSpPr>
        <p:spPr>
          <a:xfrm>
            <a:off x="6689773" y="2027206"/>
            <a:ext cx="1301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/>
              <a:t>Informar 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53A2798D-D6D3-0453-5D61-16A19D949F66}"/>
              </a:ext>
            </a:extLst>
          </p:cNvPr>
          <p:cNvGrpSpPr/>
          <p:nvPr/>
        </p:nvGrpSpPr>
        <p:grpSpPr>
          <a:xfrm>
            <a:off x="9493079" y="3546935"/>
            <a:ext cx="1008109" cy="1103193"/>
            <a:chOff x="536533" y="2372680"/>
            <a:chExt cx="1008109" cy="1103193"/>
          </a:xfrm>
          <a:solidFill>
            <a:schemeClr val="accent2">
              <a:lumMod val="40000"/>
              <a:lumOff val="60000"/>
            </a:schemeClr>
          </a:solidFill>
        </p:grpSpPr>
        <p:pic>
          <p:nvPicPr>
            <p:cNvPr id="23" name="Gráfico 22" descr="Usuario contorno">
              <a:extLst>
                <a:ext uri="{FF2B5EF4-FFF2-40B4-BE49-F238E27FC236}">
                  <a16:creationId xmlns:a16="http://schemas.microsoft.com/office/drawing/2014/main" id="{65468DEB-70B3-CEB0-48BE-870BD4F96F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0060" y="2372680"/>
              <a:ext cx="741054" cy="741054"/>
            </a:xfrm>
            <a:prstGeom prst="rect">
              <a:avLst/>
            </a:prstGeom>
          </p:spPr>
        </p:pic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ACC31294-6575-D983-CD9E-90756D169152}"/>
                </a:ext>
              </a:extLst>
            </p:cNvPr>
            <p:cNvSpPr txBox="1"/>
            <p:nvPr/>
          </p:nvSpPr>
          <p:spPr>
            <a:xfrm>
              <a:off x="536533" y="3075763"/>
              <a:ext cx="10081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dirty="0"/>
                <a:t>Integrante de equipo QA</a:t>
              </a:r>
            </a:p>
          </p:txBody>
        </p:sp>
      </p:grp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E22DB339-9537-F881-174E-CFDC629FD41B}"/>
              </a:ext>
            </a:extLst>
          </p:cNvPr>
          <p:cNvCxnSpPr>
            <a:cxnSpLocks/>
            <a:stCxn id="88" idx="3"/>
            <a:endCxn id="79" idx="1"/>
          </p:cNvCxnSpPr>
          <p:nvPr/>
        </p:nvCxnSpPr>
        <p:spPr>
          <a:xfrm>
            <a:off x="4550570" y="3917462"/>
            <a:ext cx="177922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2544A51-370B-0AA2-B5BB-1ABE4B405535}"/>
              </a:ext>
            </a:extLst>
          </p:cNvPr>
          <p:cNvSpPr txBox="1"/>
          <p:nvPr/>
        </p:nvSpPr>
        <p:spPr>
          <a:xfrm>
            <a:off x="4811232" y="3980074"/>
            <a:ext cx="1301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dirty="0"/>
              <a:t>Coordinación constante</a:t>
            </a:r>
          </a:p>
        </p:txBody>
      </p:sp>
    </p:spTree>
    <p:extLst>
      <p:ext uri="{BB962C8B-B14F-4D97-AF65-F5344CB8AC3E}">
        <p14:creationId xmlns:p14="http://schemas.microsoft.com/office/powerpoint/2010/main" val="194299647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A41C-BA47-0BD6-D0CD-21208169E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338A0E9-A864-6DF1-ABE9-9BC6E802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400" dirty="0"/>
              <a:t>Funcionalidades habilitadas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" name="Elipse 2">
            <a:hlinkClick r:id="rId2" action="ppaction://hlinksldjump"/>
            <a:extLst>
              <a:ext uri="{FF2B5EF4-FFF2-40B4-BE49-F238E27FC236}">
                <a16:creationId xmlns:a16="http://schemas.microsoft.com/office/drawing/2014/main" id="{5C7FA1A0-6B7C-094E-F719-DCF79D8ECCFF}"/>
              </a:ext>
            </a:extLst>
          </p:cNvPr>
          <p:cNvSpPr/>
          <p:nvPr/>
        </p:nvSpPr>
        <p:spPr>
          <a:xfrm>
            <a:off x="11784656" y="6453360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97844A4-F1EE-9E5E-44C1-DCBF009FA2DD}"/>
              </a:ext>
            </a:extLst>
          </p:cNvPr>
          <p:cNvSpPr txBox="1"/>
          <p:nvPr/>
        </p:nvSpPr>
        <p:spPr>
          <a:xfrm>
            <a:off x="1055440" y="1248717"/>
            <a:ext cx="38884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200" b="1" dirty="0">
                <a:highlight>
                  <a:srgbClr val="FFFF00"/>
                </a:highlight>
              </a:rPr>
              <a:t>Gestión global</a:t>
            </a:r>
          </a:p>
          <a:p>
            <a:r>
              <a:rPr lang="es-PE" sz="1200" dirty="0">
                <a:highlight>
                  <a:srgbClr val="FFFF00"/>
                </a:highlight>
              </a:rPr>
              <a:t>1. Creación y distribución en carpetas</a:t>
            </a:r>
          </a:p>
          <a:p>
            <a:r>
              <a:rPr lang="es-PE" sz="1200" dirty="0">
                <a:highlight>
                  <a:srgbClr val="FFFF00"/>
                </a:highlight>
              </a:rPr>
              <a:t>2. Mantenedor de conexiones </a:t>
            </a:r>
          </a:p>
          <a:p>
            <a:r>
              <a:rPr lang="es-PE" sz="1200" dirty="0">
                <a:highlight>
                  <a:srgbClr val="FFFF00"/>
                </a:highlight>
              </a:rPr>
              <a:t>3. Mantenedor de API </a:t>
            </a:r>
            <a:r>
              <a:rPr lang="es-PE" sz="1200" dirty="0" err="1">
                <a:highlight>
                  <a:srgbClr val="FFFF00"/>
                </a:highlight>
              </a:rPr>
              <a:t>keys</a:t>
            </a:r>
            <a:r>
              <a:rPr lang="es-PE" sz="1200" dirty="0">
                <a:highlight>
                  <a:srgbClr val="FFFF00"/>
                </a:highlight>
              </a:rPr>
              <a:t> </a:t>
            </a:r>
          </a:p>
          <a:p>
            <a:r>
              <a:rPr lang="es-PE" sz="1200" dirty="0">
                <a:highlight>
                  <a:srgbClr val="FFFF00"/>
                </a:highlight>
              </a:rPr>
              <a:t>4. Mantenedor de </a:t>
            </a:r>
            <a:r>
              <a:rPr lang="es-PE" sz="1200" dirty="0" err="1">
                <a:highlight>
                  <a:srgbClr val="FFFF00"/>
                </a:highlight>
              </a:rPr>
              <a:t>Workspace</a:t>
            </a:r>
            <a:r>
              <a:rPr lang="es-PE" sz="1200" dirty="0">
                <a:highlight>
                  <a:srgbClr val="FFFF00"/>
                </a:highlight>
              </a:rPr>
              <a:t> </a:t>
            </a:r>
            <a:r>
              <a:rPr lang="es-PE" sz="1200" dirty="0" err="1">
                <a:highlight>
                  <a:srgbClr val="FFFF00"/>
                </a:highlight>
              </a:rPr>
              <a:t>settings</a:t>
            </a:r>
            <a:endParaRPr lang="es-PE" sz="1200" dirty="0">
              <a:highlight>
                <a:srgbClr val="FFFF00"/>
              </a:highlight>
            </a:endParaRPr>
          </a:p>
          <a:p>
            <a:r>
              <a:rPr lang="es-PE" sz="1200" dirty="0">
                <a:highlight>
                  <a:srgbClr val="FFFF00"/>
                </a:highlight>
              </a:rPr>
              <a:t>5. Mantenedor de usuarios y asignación de perfil</a:t>
            </a:r>
          </a:p>
          <a:p>
            <a:r>
              <a:rPr lang="es-PE" sz="1200" dirty="0">
                <a:highlight>
                  <a:srgbClr val="FFFF00"/>
                </a:highlight>
              </a:rPr>
              <a:t>6. Visualizador de log de auditoria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2D831D7-6B81-5FFB-0CBE-0D4587C560C0}"/>
              </a:ext>
            </a:extLst>
          </p:cNvPr>
          <p:cNvSpPr txBox="1"/>
          <p:nvPr/>
        </p:nvSpPr>
        <p:spPr>
          <a:xfrm>
            <a:off x="1055440" y="2760885"/>
            <a:ext cx="38884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200" b="1" dirty="0">
                <a:highlight>
                  <a:srgbClr val="FFFF00"/>
                </a:highlight>
              </a:rPr>
              <a:t>Gestión de </a:t>
            </a:r>
            <a:r>
              <a:rPr lang="es-PE" sz="1200" b="1" dirty="0" err="1">
                <a:highlight>
                  <a:srgbClr val="FFFF00"/>
                </a:highlight>
              </a:rPr>
              <a:t>workflows</a:t>
            </a:r>
            <a:endParaRPr lang="es-PE" sz="1200" b="1" dirty="0">
              <a:highlight>
                <a:srgbClr val="FFFF00"/>
              </a:highlight>
            </a:endParaRPr>
          </a:p>
          <a:p>
            <a:r>
              <a:rPr lang="es-PE" sz="1200" dirty="0">
                <a:highlight>
                  <a:srgbClr val="FFFF00"/>
                </a:highlight>
              </a:rPr>
              <a:t>7. Creación y modificación de flujos</a:t>
            </a:r>
          </a:p>
          <a:p>
            <a:r>
              <a:rPr lang="es-PE" sz="1200" dirty="0">
                <a:highlight>
                  <a:srgbClr val="FFFF00"/>
                </a:highlight>
              </a:rPr>
              <a:t>8. Gestión de versiones </a:t>
            </a:r>
          </a:p>
          <a:p>
            <a:r>
              <a:rPr lang="es-PE" sz="1200" dirty="0">
                <a:highlight>
                  <a:srgbClr val="FFFF00"/>
                </a:highlight>
              </a:rPr>
              <a:t>9. Gestión de pases a producción</a:t>
            </a:r>
          </a:p>
          <a:p>
            <a:r>
              <a:rPr lang="es-PE" sz="1200" dirty="0">
                <a:highlight>
                  <a:srgbClr val="FFFF00"/>
                </a:highlight>
              </a:rPr>
              <a:t>10. Gestión de tráfico + Mantenimiento </a:t>
            </a:r>
            <a:r>
              <a:rPr lang="es-PE" sz="1200" dirty="0" err="1">
                <a:highlight>
                  <a:srgbClr val="FFFF00"/>
                </a:highlight>
              </a:rPr>
              <a:t>Routing</a:t>
            </a:r>
            <a:r>
              <a:rPr lang="es-PE" sz="1200" dirty="0">
                <a:highlight>
                  <a:srgbClr val="FFFF00"/>
                </a:highlight>
              </a:rPr>
              <a:t> </a:t>
            </a:r>
            <a:r>
              <a:rPr lang="es-PE" sz="1200" dirty="0" err="1">
                <a:highlight>
                  <a:srgbClr val="FFFF00"/>
                </a:highlight>
              </a:rPr>
              <a:t>policies</a:t>
            </a:r>
            <a:endParaRPr lang="es-PE" sz="1200" dirty="0">
              <a:highlight>
                <a:srgbClr val="FFFF00"/>
              </a:highlight>
            </a:endParaRPr>
          </a:p>
          <a:p>
            <a:r>
              <a:rPr lang="es-PE" sz="1200" dirty="0">
                <a:highlight>
                  <a:srgbClr val="FFFF00"/>
                </a:highlight>
              </a:rPr>
              <a:t>11. Seguimiento y control de </a:t>
            </a:r>
            <a:r>
              <a:rPr lang="es-PE" sz="1200" dirty="0" err="1">
                <a:highlight>
                  <a:srgbClr val="FFFF00"/>
                </a:highlight>
              </a:rPr>
              <a:t>Decision</a:t>
            </a:r>
            <a:r>
              <a:rPr lang="es-PE" sz="1200" dirty="0">
                <a:highlight>
                  <a:srgbClr val="FFFF00"/>
                </a:highlight>
              </a:rPr>
              <a:t> </a:t>
            </a:r>
            <a:r>
              <a:rPr lang="es-PE" sz="1200" dirty="0" err="1">
                <a:highlight>
                  <a:srgbClr val="FFFF00"/>
                </a:highlight>
              </a:rPr>
              <a:t>history</a:t>
            </a:r>
            <a:endParaRPr lang="es-PE" sz="1200" dirty="0">
              <a:highlight>
                <a:srgbClr val="FFFF00"/>
              </a:highlight>
            </a:endParaRPr>
          </a:p>
          <a:p>
            <a:r>
              <a:rPr lang="es-PE" sz="1200" dirty="0">
                <a:highlight>
                  <a:srgbClr val="FFFF00"/>
                </a:highlight>
              </a:rPr>
              <a:t>12. Seguimiento y control de Performance</a:t>
            </a:r>
          </a:p>
          <a:p>
            <a:r>
              <a:rPr lang="es-PE" sz="1200" dirty="0">
                <a:highlight>
                  <a:srgbClr val="FFFF00"/>
                </a:highlight>
              </a:rPr>
              <a:t>13. Mantenimiento de </a:t>
            </a:r>
            <a:r>
              <a:rPr lang="es-PE" sz="1200" dirty="0" err="1">
                <a:highlight>
                  <a:srgbClr val="FFFF00"/>
                </a:highlight>
              </a:rPr>
              <a:t>Webhooks</a:t>
            </a:r>
            <a:endParaRPr lang="es-PE" sz="1200" dirty="0">
              <a:highlight>
                <a:srgbClr val="FFFF00"/>
              </a:highlight>
            </a:endParaRPr>
          </a:p>
          <a:p>
            <a:r>
              <a:rPr lang="es-PE" sz="1200" dirty="0">
                <a:highlight>
                  <a:srgbClr val="FFFF00"/>
                </a:highlight>
              </a:rPr>
              <a:t>14. Mantenimiento de Jobs</a:t>
            </a:r>
          </a:p>
          <a:p>
            <a:r>
              <a:rPr lang="es-PE" sz="1200" dirty="0">
                <a:highlight>
                  <a:srgbClr val="FFFF00"/>
                </a:highlight>
              </a:rPr>
              <a:t>15. Gestión de </a:t>
            </a:r>
            <a:r>
              <a:rPr lang="es-PE" sz="1200" dirty="0" err="1">
                <a:highlight>
                  <a:srgbClr val="FFFF00"/>
                </a:highlight>
              </a:rPr>
              <a:t>Outcomes</a:t>
            </a:r>
            <a:endParaRPr lang="es-PE" sz="1200" dirty="0">
              <a:highlight>
                <a:srgbClr val="FFFF00"/>
              </a:highlight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EC2ED15-E9B7-7C16-D1CA-634BCC8A50A4}"/>
              </a:ext>
            </a:extLst>
          </p:cNvPr>
          <p:cNvSpPr txBox="1"/>
          <p:nvPr/>
        </p:nvSpPr>
        <p:spPr>
          <a:xfrm>
            <a:off x="1055441" y="4827050"/>
            <a:ext cx="38884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200" b="1" dirty="0">
                <a:highlight>
                  <a:srgbClr val="FFFF00"/>
                </a:highlight>
              </a:rPr>
              <a:t>Mantenimiento de </a:t>
            </a:r>
            <a:r>
              <a:rPr lang="es-PE" sz="1200" b="1" dirty="0" err="1">
                <a:highlight>
                  <a:srgbClr val="FFFF00"/>
                </a:highlight>
              </a:rPr>
              <a:t>workflow</a:t>
            </a:r>
            <a:endParaRPr lang="es-PE" sz="1200" b="1" dirty="0">
              <a:highlight>
                <a:srgbClr val="FFFF00"/>
              </a:highlight>
            </a:endParaRPr>
          </a:p>
          <a:p>
            <a:r>
              <a:rPr lang="es-PE" sz="1200" dirty="0">
                <a:highlight>
                  <a:srgbClr val="FFFF00"/>
                </a:highlight>
              </a:rPr>
              <a:t>16. Ejecución de Test Run + Carga de data</a:t>
            </a:r>
          </a:p>
          <a:p>
            <a:r>
              <a:rPr lang="es-PE" sz="1200" dirty="0">
                <a:highlight>
                  <a:srgbClr val="FFFF00"/>
                </a:highlight>
              </a:rPr>
              <a:t>17. Mantenedor de </a:t>
            </a:r>
            <a:r>
              <a:rPr lang="es-PE" sz="1200" dirty="0" err="1">
                <a:highlight>
                  <a:srgbClr val="FFFF00"/>
                </a:highlight>
              </a:rPr>
              <a:t>Schema</a:t>
            </a:r>
            <a:r>
              <a:rPr lang="es-PE" sz="1200" dirty="0">
                <a:highlight>
                  <a:srgbClr val="FFFF00"/>
                </a:highlight>
              </a:rPr>
              <a:t> </a:t>
            </a:r>
          </a:p>
          <a:p>
            <a:r>
              <a:rPr lang="es-PE" sz="1200" dirty="0">
                <a:highlight>
                  <a:srgbClr val="FFFF00"/>
                </a:highlight>
              </a:rPr>
              <a:t>18. Mantenedor de </a:t>
            </a:r>
            <a:r>
              <a:rPr lang="es-PE" sz="1200" dirty="0" err="1">
                <a:highlight>
                  <a:srgbClr val="FFFF00"/>
                </a:highlight>
              </a:rPr>
              <a:t>Parameters</a:t>
            </a:r>
            <a:endParaRPr lang="es-PE" sz="1200" dirty="0">
              <a:highlight>
                <a:srgbClr val="FFFF00"/>
              </a:highlight>
            </a:endParaRPr>
          </a:p>
          <a:p>
            <a:r>
              <a:rPr lang="es-PE" sz="1200" dirty="0">
                <a:highlight>
                  <a:srgbClr val="FFFF00"/>
                </a:highlight>
              </a:rPr>
              <a:t>18. Gestión de </a:t>
            </a:r>
            <a:r>
              <a:rPr lang="es-PE" sz="1200" dirty="0" err="1">
                <a:highlight>
                  <a:srgbClr val="FFFF00"/>
                </a:highlight>
              </a:rPr>
              <a:t>Review</a:t>
            </a:r>
            <a:r>
              <a:rPr lang="es-PE" sz="1200" dirty="0">
                <a:highlight>
                  <a:srgbClr val="FFFF00"/>
                </a:highlight>
              </a:rPr>
              <a:t> </a:t>
            </a:r>
            <a:r>
              <a:rPr lang="es-PE" sz="1200" dirty="0" err="1">
                <a:highlight>
                  <a:srgbClr val="FFFF00"/>
                </a:highlight>
              </a:rPr>
              <a:t>queue</a:t>
            </a:r>
            <a:r>
              <a:rPr lang="es-PE" sz="1200" dirty="0">
                <a:highlight>
                  <a:srgbClr val="FFFF00"/>
                </a:highlight>
              </a:rPr>
              <a:t> para revisores</a:t>
            </a:r>
          </a:p>
          <a:p>
            <a:r>
              <a:rPr lang="es-PE" sz="1200" dirty="0">
                <a:highlight>
                  <a:srgbClr val="FFFF00"/>
                </a:highlight>
              </a:rPr>
              <a:t>19. Visualizador de </a:t>
            </a:r>
            <a:r>
              <a:rPr lang="es-PE" sz="1200" dirty="0" err="1">
                <a:highlight>
                  <a:srgbClr val="FFFF00"/>
                </a:highlight>
              </a:rPr>
              <a:t>Decision</a:t>
            </a:r>
            <a:r>
              <a:rPr lang="es-PE" sz="1200" dirty="0">
                <a:highlight>
                  <a:srgbClr val="FFFF00"/>
                </a:highlight>
              </a:rPr>
              <a:t> </a:t>
            </a:r>
            <a:r>
              <a:rPr lang="es-PE" sz="1200" dirty="0" err="1">
                <a:highlight>
                  <a:srgbClr val="FFFF00"/>
                </a:highlight>
              </a:rPr>
              <a:t>history</a:t>
            </a:r>
            <a:endParaRPr lang="es-PE" sz="1200" dirty="0">
              <a:highlight>
                <a:srgbClr val="FFFF00"/>
              </a:highlight>
            </a:endParaRPr>
          </a:p>
          <a:p>
            <a:r>
              <a:rPr lang="es-PE" sz="1200" dirty="0">
                <a:highlight>
                  <a:srgbClr val="FFFF00"/>
                </a:highlight>
              </a:rPr>
              <a:t>20. Gestión de API </a:t>
            </a:r>
            <a:r>
              <a:rPr lang="es-PE" sz="1200" dirty="0" err="1">
                <a:highlight>
                  <a:srgbClr val="FFFF00"/>
                </a:highlight>
              </a:rPr>
              <a:t>Docs</a:t>
            </a:r>
            <a:endParaRPr lang="es-PE" sz="1200" dirty="0">
              <a:highlight>
                <a:srgbClr val="FFFF00"/>
              </a:highlight>
            </a:endParaRPr>
          </a:p>
          <a:p>
            <a:r>
              <a:rPr lang="es-PE" sz="1200" dirty="0">
                <a:highlight>
                  <a:srgbClr val="FFFF00"/>
                </a:highlight>
              </a:rPr>
              <a:t>21. Mantenimiento de Charts</a:t>
            </a:r>
          </a:p>
          <a:p>
            <a:r>
              <a:rPr lang="es-PE" sz="1200" dirty="0">
                <a:highlight>
                  <a:srgbClr val="FFFF00"/>
                </a:highlight>
              </a:rPr>
              <a:t>22. Ejecución de </a:t>
            </a:r>
            <a:r>
              <a:rPr lang="es-PE" sz="1200" dirty="0" err="1">
                <a:highlight>
                  <a:srgbClr val="FFFF00"/>
                </a:highlight>
              </a:rPr>
              <a:t>Revert</a:t>
            </a:r>
            <a:r>
              <a:rPr lang="es-PE" sz="1200" dirty="0">
                <a:highlight>
                  <a:srgbClr val="FFFF00"/>
                </a:highlight>
              </a:rPr>
              <a:t> </a:t>
            </a:r>
            <a:r>
              <a:rPr lang="es-PE" sz="1200" dirty="0" err="1">
                <a:highlight>
                  <a:srgbClr val="FFFF00"/>
                </a:highlight>
              </a:rPr>
              <a:t>to</a:t>
            </a:r>
            <a:r>
              <a:rPr lang="es-PE" sz="1200" dirty="0">
                <a:highlight>
                  <a:srgbClr val="FFFF00"/>
                </a:highlight>
              </a:rPr>
              <a:t> </a:t>
            </a:r>
            <a:r>
              <a:rPr lang="es-PE" sz="1200" dirty="0" err="1">
                <a:highlight>
                  <a:srgbClr val="FFFF00"/>
                </a:highlight>
              </a:rPr>
              <a:t>the</a:t>
            </a:r>
            <a:r>
              <a:rPr lang="es-PE" sz="1200" dirty="0">
                <a:highlight>
                  <a:srgbClr val="FFFF00"/>
                </a:highlight>
              </a:rPr>
              <a:t> </a:t>
            </a:r>
            <a:r>
              <a:rPr lang="es-PE" sz="1200" dirty="0" err="1">
                <a:highlight>
                  <a:srgbClr val="FFFF00"/>
                </a:highlight>
              </a:rPr>
              <a:t>snapshot</a:t>
            </a:r>
            <a:r>
              <a:rPr lang="es-PE" sz="1200" dirty="0">
                <a:highlight>
                  <a:srgbClr val="FFFF00"/>
                </a:highlight>
              </a:rPr>
              <a:t> </a:t>
            </a:r>
            <a:r>
              <a:rPr lang="es-PE" sz="1200" dirty="0" err="1">
                <a:highlight>
                  <a:srgbClr val="FFFF00"/>
                </a:highlight>
              </a:rPr>
              <a:t>history</a:t>
            </a:r>
            <a:endParaRPr lang="es-PE" sz="1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20339312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06120-EEDD-4DF1-A0EF-FCA63640B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A7882FA-DCEF-5BA9-E5A0-A0170E065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400" dirty="0"/>
              <a:t>Matriz de grupos, roles, perfiles y responsabilidades en </a:t>
            </a:r>
            <a:r>
              <a:rPr lang="es-ES" sz="2400" dirty="0">
                <a:highlight>
                  <a:srgbClr val="FFFF00"/>
                </a:highlight>
              </a:rPr>
              <a:t>XXXX</a:t>
            </a:r>
            <a:r>
              <a:rPr lang="es-ES" sz="2400" dirty="0"/>
              <a:t> 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" name="Elipse 2">
            <a:hlinkClick r:id="rId2" action="ppaction://hlinksldjump"/>
            <a:extLst>
              <a:ext uri="{FF2B5EF4-FFF2-40B4-BE49-F238E27FC236}">
                <a16:creationId xmlns:a16="http://schemas.microsoft.com/office/drawing/2014/main" id="{8CB0A5D8-2FE4-016E-AC8E-41367055B67C}"/>
              </a:ext>
            </a:extLst>
          </p:cNvPr>
          <p:cNvSpPr/>
          <p:nvPr/>
        </p:nvSpPr>
        <p:spPr>
          <a:xfrm>
            <a:off x="11784656" y="6453360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41D9A3C-8995-50A2-9EF5-63700D56E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471418"/>
              </p:ext>
            </p:extLst>
          </p:nvPr>
        </p:nvGraphicFramePr>
        <p:xfrm>
          <a:off x="983432" y="1094443"/>
          <a:ext cx="10134380" cy="55029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5926">
                  <a:extLst>
                    <a:ext uri="{9D8B030D-6E8A-4147-A177-3AD203B41FA5}">
                      <a16:colId xmlns:a16="http://schemas.microsoft.com/office/drawing/2014/main" val="3010207816"/>
                    </a:ext>
                  </a:extLst>
                </a:gridCol>
                <a:gridCol w="1560876">
                  <a:extLst>
                    <a:ext uri="{9D8B030D-6E8A-4147-A177-3AD203B41FA5}">
                      <a16:colId xmlns:a16="http://schemas.microsoft.com/office/drawing/2014/main" val="1237469739"/>
                    </a:ext>
                  </a:extLst>
                </a:gridCol>
                <a:gridCol w="2739901">
                  <a:extLst>
                    <a:ext uri="{9D8B030D-6E8A-4147-A177-3AD203B41FA5}">
                      <a16:colId xmlns:a16="http://schemas.microsoft.com/office/drawing/2014/main" val="2338746741"/>
                    </a:ext>
                  </a:extLst>
                </a:gridCol>
                <a:gridCol w="3797677">
                  <a:extLst>
                    <a:ext uri="{9D8B030D-6E8A-4147-A177-3AD203B41FA5}">
                      <a16:colId xmlns:a16="http://schemas.microsoft.com/office/drawing/2014/main" val="1979723375"/>
                    </a:ext>
                  </a:extLst>
                </a:gridCol>
              </a:tblGrid>
              <a:tr h="205366">
                <a:tc>
                  <a:txBody>
                    <a:bodyPr/>
                    <a:lstStyle/>
                    <a:p>
                      <a:r>
                        <a:rPr lang="es-PE" sz="1000" dirty="0"/>
                        <a:t>Grupo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000" dirty="0"/>
                        <a:t>Rol en </a:t>
                      </a: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000" dirty="0"/>
                        <a:t>Perfil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000" dirty="0"/>
                        <a:t>Responsabilidades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861732"/>
                  </a:ext>
                </a:extLst>
              </a:tr>
              <a:tr h="1103840">
                <a:tc>
                  <a:txBody>
                    <a:bodyPr/>
                    <a:lstStyle/>
                    <a:p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DEV - Grupo de edición</a:t>
                      </a:r>
                    </a:p>
                    <a:p>
                      <a:endParaRPr lang="es-PE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Editor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Integrante de Riesgos</a:t>
                      </a:r>
                    </a:p>
                    <a:p>
                      <a:endParaRPr lang="es-PE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Gestión de versiones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s-MX" sz="1000" dirty="0">
                          <a:highlight>
                            <a:srgbClr val="FFFF00"/>
                          </a:highlight>
                        </a:rPr>
                        <a:t>Ejecución de Test Run + Carga de data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Mantenedor de </a:t>
                      </a:r>
                      <a:r>
                        <a:rPr lang="es-PE" sz="1000" dirty="0" err="1">
                          <a:highlight>
                            <a:srgbClr val="FFFF00"/>
                          </a:highlight>
                        </a:rPr>
                        <a:t>Schema</a:t>
                      </a: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Mantenedor de </a:t>
                      </a:r>
                      <a:r>
                        <a:rPr lang="es-PE" sz="1000" dirty="0" err="1">
                          <a:highlight>
                            <a:srgbClr val="FFFF00"/>
                          </a:highlight>
                        </a:rPr>
                        <a:t>Parameters</a:t>
                      </a:r>
                      <a:endParaRPr lang="es-PE" sz="1000" dirty="0">
                        <a:highlight>
                          <a:srgbClr val="FFFF00"/>
                        </a:highlight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Visualizador de </a:t>
                      </a:r>
                      <a:r>
                        <a:rPr lang="es-PE" sz="1000" dirty="0" err="1">
                          <a:highlight>
                            <a:srgbClr val="FFFF00"/>
                          </a:highlight>
                        </a:rPr>
                        <a:t>Decision</a:t>
                      </a: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s-PE" sz="1000" dirty="0" err="1">
                          <a:highlight>
                            <a:srgbClr val="FFFF00"/>
                          </a:highlight>
                        </a:rPr>
                        <a:t>history</a:t>
                      </a:r>
                      <a:endParaRPr lang="es-PE" sz="1000" dirty="0">
                        <a:highlight>
                          <a:srgbClr val="FFFF00"/>
                        </a:highlight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Gestión de API </a:t>
                      </a:r>
                      <a:r>
                        <a:rPr lang="es-PE" sz="1000" dirty="0" err="1">
                          <a:highlight>
                            <a:srgbClr val="FFFF00"/>
                          </a:highlight>
                        </a:rPr>
                        <a:t>Docs</a:t>
                      </a:r>
                      <a:endParaRPr lang="es-PE" sz="1000" dirty="0">
                        <a:highlight>
                          <a:srgbClr val="FFFF00"/>
                        </a:highlight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Mantenimiento de Charts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000" dirty="0" err="1">
                          <a:highlight>
                            <a:srgbClr val="FFFF00"/>
                          </a:highlight>
                        </a:rPr>
                        <a:t>Ejecución</a:t>
                      </a:r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 de Revert to the snapshot history</a:t>
                      </a:r>
                      <a:endParaRPr lang="es-PE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494290"/>
                  </a:ext>
                </a:extLst>
              </a:tr>
              <a:tr h="4620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DEV - Grupo de edición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000" dirty="0" err="1">
                          <a:highlight>
                            <a:srgbClr val="FFFF00"/>
                          </a:highlight>
                        </a:rPr>
                        <a:t>Viewer</a:t>
                      </a:r>
                      <a:endParaRPr lang="es-PE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Visualizador de flujos</a:t>
                      </a:r>
                    </a:p>
                    <a:p>
                      <a:endParaRPr lang="es-PE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Visualizador de </a:t>
                      </a:r>
                      <a:r>
                        <a:rPr lang="es-PE" sz="1000" dirty="0" err="1">
                          <a:highlight>
                            <a:srgbClr val="FFFF00"/>
                          </a:highlight>
                        </a:rPr>
                        <a:t>Decision</a:t>
                      </a: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s-PE" sz="1000" dirty="0" err="1">
                          <a:highlight>
                            <a:srgbClr val="FFFF00"/>
                          </a:highlight>
                        </a:rPr>
                        <a:t>history</a:t>
                      </a:r>
                      <a:endParaRPr lang="es-PE" sz="1000" dirty="0">
                        <a:highlight>
                          <a:srgbClr val="FFFF00"/>
                        </a:highlight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Visualizador de </a:t>
                      </a:r>
                      <a:r>
                        <a:rPr lang="es-PE" sz="1000" dirty="0" err="1">
                          <a:highlight>
                            <a:srgbClr val="FFFF00"/>
                          </a:highlight>
                        </a:rPr>
                        <a:t>Workflow</a:t>
                      </a:r>
                      <a:endParaRPr lang="es-PE" sz="1000" dirty="0">
                        <a:highlight>
                          <a:srgbClr val="FFFF00"/>
                        </a:highlight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Visualizador de Charts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887643"/>
                  </a:ext>
                </a:extLst>
              </a:tr>
              <a:tr h="4620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VAL - Grupo de revisión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000" dirty="0" err="1">
                          <a:highlight>
                            <a:srgbClr val="FFFF00"/>
                          </a:highlight>
                        </a:rPr>
                        <a:t>Reviewer</a:t>
                      </a: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 (revisor)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Integrante de equipo Riesgos Online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Integrante de equipo Riesgos </a:t>
                      </a:r>
                      <a:r>
                        <a:rPr lang="es-PE" sz="1000" dirty="0" err="1">
                          <a:highlight>
                            <a:srgbClr val="FFFF00"/>
                          </a:highlight>
                        </a:rPr>
                        <a:t>Batch</a:t>
                      </a:r>
                      <a:endParaRPr lang="es-PE" sz="100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Subgerente de Riesgos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s-MX" sz="1000" dirty="0">
                          <a:highlight>
                            <a:srgbClr val="FFFF00"/>
                          </a:highlight>
                        </a:rPr>
                        <a:t>Gestión de </a:t>
                      </a:r>
                      <a:r>
                        <a:rPr lang="es-MX" sz="1000" dirty="0" err="1">
                          <a:highlight>
                            <a:srgbClr val="FFFF00"/>
                          </a:highlight>
                        </a:rPr>
                        <a:t>Review</a:t>
                      </a:r>
                      <a:r>
                        <a:rPr lang="es-MX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s-MX" sz="1000" dirty="0" err="1">
                          <a:highlight>
                            <a:srgbClr val="FFFF00"/>
                          </a:highlight>
                        </a:rPr>
                        <a:t>queue</a:t>
                      </a:r>
                      <a:endParaRPr lang="es-MX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086531"/>
                  </a:ext>
                </a:extLst>
              </a:tr>
              <a:tr h="333719">
                <a:tc>
                  <a:txBody>
                    <a:bodyPr/>
                    <a:lstStyle/>
                    <a:p>
                      <a:r>
                        <a:rPr lang="es-MX" sz="1000" dirty="0">
                          <a:highlight>
                            <a:srgbClr val="FFFF00"/>
                          </a:highlight>
                        </a:rPr>
                        <a:t>MDA - Grupo de Mesa de Ayuda</a:t>
                      </a:r>
                    </a:p>
                    <a:p>
                      <a:endParaRPr lang="es-PE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000" dirty="0" err="1">
                          <a:highlight>
                            <a:srgbClr val="FFFF00"/>
                          </a:highlight>
                        </a:rPr>
                        <a:t>Administrator</a:t>
                      </a:r>
                      <a:endParaRPr lang="es-PE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Integrante de Mesa de Ayuda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AutoNum type="arabicPeriod"/>
                      </a:pPr>
                      <a:r>
                        <a:rPr lang="es-MX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Mantenedor de usuarios y asignación de perfil</a:t>
                      </a:r>
                      <a:endParaRPr lang="es-PE" sz="10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307493"/>
                  </a:ext>
                </a:extLst>
              </a:tr>
              <a:tr h="2053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ADM - Grupo de administración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000" dirty="0" err="1">
                          <a:highlight>
                            <a:srgbClr val="FFFF00"/>
                          </a:highlight>
                        </a:rPr>
                        <a:t>Administrator</a:t>
                      </a:r>
                      <a:endParaRPr lang="es-PE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Administrador de cuenta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s-PE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Mantenedor de </a:t>
                      </a:r>
                      <a:r>
                        <a:rPr lang="es-PE" sz="1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Workspace</a:t>
                      </a:r>
                      <a:r>
                        <a:rPr lang="es-PE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PE" sz="1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settings</a:t>
                      </a:r>
                      <a:endParaRPr lang="es-PE" sz="10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625253"/>
                  </a:ext>
                </a:extLst>
              </a:tr>
              <a:tr h="1617254">
                <a:tc>
                  <a:txBody>
                    <a:bodyPr/>
                    <a:lstStyle/>
                    <a:p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ADM - Grupo de administración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000" dirty="0" err="1">
                          <a:highlight>
                            <a:srgbClr val="FFFF00"/>
                          </a:highlight>
                        </a:rPr>
                        <a:t>Administrator</a:t>
                      </a:r>
                      <a:endParaRPr lang="es-PE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Gestor de Riesgos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AutoNum type="arabicPeriod"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Ma</a:t>
                      </a:r>
                      <a:r>
                        <a:rPr lang="es-PE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ntenedor de conexiones </a:t>
                      </a:r>
                    </a:p>
                    <a:p>
                      <a:pPr marL="228600" indent="-228600" algn="l" defTabSz="914400" rtl="0" eaLnBrk="1" latinLnBrk="0" hangingPunct="1">
                        <a:buAutoNum type="arabicPeriod"/>
                      </a:pPr>
                      <a:r>
                        <a:rPr lang="es-PE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Mantenedor de API </a:t>
                      </a:r>
                      <a:r>
                        <a:rPr lang="es-PE" sz="1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keys</a:t>
                      </a:r>
                      <a:r>
                        <a:rPr lang="es-PE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s-MX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Creación y distribución en carpetas</a:t>
                      </a:r>
                    </a:p>
                    <a:p>
                      <a:pPr marL="228600" indent="-228600" algn="l" defTabSz="914400" rtl="0" eaLnBrk="1" latinLnBrk="0" hangingPunct="1">
                        <a:buAutoNum type="arabicPeriod"/>
                      </a:pPr>
                      <a:r>
                        <a:rPr lang="es-MX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Creación y modificación de flujos</a:t>
                      </a:r>
                    </a:p>
                    <a:p>
                      <a:pPr marL="228600" indent="-228600" algn="l" defTabSz="914400" rtl="0" eaLnBrk="1" latinLnBrk="0" hangingPunct="1">
                        <a:buAutoNum type="arabicPeriod"/>
                      </a:pPr>
                      <a:r>
                        <a:rPr lang="es-MX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Gestión de pases a producción</a:t>
                      </a:r>
                    </a:p>
                    <a:p>
                      <a:pPr marL="228600" indent="-228600" algn="l" defTabSz="914400" rtl="0" eaLnBrk="1" latinLnBrk="0" hangingPunct="1">
                        <a:buAutoNum type="arabicPeriod"/>
                      </a:pPr>
                      <a:r>
                        <a:rPr lang="es-MX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Gestión de tráfico</a:t>
                      </a:r>
                    </a:p>
                    <a:p>
                      <a:pPr marL="228600" indent="-228600" algn="l" defTabSz="914400" rtl="0" eaLnBrk="1" latinLnBrk="0" hangingPunct="1">
                        <a:buAutoNum type="arabicPeriod"/>
                      </a:pPr>
                      <a:r>
                        <a:rPr lang="es-MX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Mantenimiento </a:t>
                      </a:r>
                      <a:r>
                        <a:rPr lang="es-MX" sz="1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Routing</a:t>
                      </a:r>
                      <a:r>
                        <a:rPr lang="es-MX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Policies</a:t>
                      </a:r>
                      <a:endParaRPr lang="es-MX" sz="10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0" hangingPunct="1">
                        <a:buAutoNum type="arabicPeriod"/>
                      </a:pPr>
                      <a:r>
                        <a:rPr lang="es-MX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Seguimiento y control de </a:t>
                      </a:r>
                      <a:r>
                        <a:rPr lang="es-MX" sz="1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Decision</a:t>
                      </a:r>
                      <a:r>
                        <a:rPr lang="es-MX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history</a:t>
                      </a:r>
                      <a:endParaRPr lang="es-MX" sz="10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0" hangingPunct="1">
                        <a:buAutoNum type="arabicPeriod"/>
                      </a:pPr>
                      <a:r>
                        <a:rPr lang="es-MX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Seguimiento y control de Performance</a:t>
                      </a:r>
                    </a:p>
                    <a:p>
                      <a:pPr marL="228600" indent="-228600" algn="l" defTabSz="914400" rtl="0" eaLnBrk="1" latinLnBrk="0" hangingPunct="1">
                        <a:buAutoNum type="arabicPeriod"/>
                      </a:pPr>
                      <a:r>
                        <a:rPr lang="es-PE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Mantenimiento de </a:t>
                      </a:r>
                      <a:r>
                        <a:rPr lang="es-PE" sz="1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Webhooks</a:t>
                      </a:r>
                      <a:endParaRPr lang="es-PE" sz="10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0" hangingPunct="1">
                        <a:buAutoNum type="arabicPeriod"/>
                      </a:pPr>
                      <a:r>
                        <a:rPr lang="es-PE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Mantenimiento de Jobs</a:t>
                      </a:r>
                    </a:p>
                    <a:p>
                      <a:pPr marL="228600" indent="-228600" algn="l" defTabSz="914400" rtl="0" eaLnBrk="1" latinLnBrk="0" hangingPunct="1">
                        <a:buAutoNum type="arabicPeriod"/>
                      </a:pPr>
                      <a:r>
                        <a:rPr lang="es-PE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Gestión de </a:t>
                      </a:r>
                      <a:r>
                        <a:rPr lang="es-PE" sz="1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Outcomes</a:t>
                      </a:r>
                      <a:endParaRPr lang="es-PE" sz="10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752592"/>
                  </a:ext>
                </a:extLst>
              </a:tr>
              <a:tr h="290829">
                <a:tc>
                  <a:txBody>
                    <a:bodyPr/>
                    <a:lstStyle/>
                    <a:p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SEG - Grupo de Seguridad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000" dirty="0" err="1">
                          <a:highlight>
                            <a:srgbClr val="FFFF00"/>
                          </a:highlight>
                        </a:rPr>
                        <a:t>Risk</a:t>
                      </a:r>
                      <a:endParaRPr lang="es-PE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dirty="0">
                          <a:highlight>
                            <a:srgbClr val="FFFF00"/>
                          </a:highlight>
                        </a:rPr>
                        <a:t>Integrante de Seguridad de la Información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s-MX" sz="1000" dirty="0">
                          <a:highlight>
                            <a:srgbClr val="FFFF00"/>
                          </a:highlight>
                        </a:rPr>
                        <a:t>Mantenedor de usuarios y asignación de perfil</a:t>
                      </a:r>
                      <a:endParaRPr lang="es-PE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664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729706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Tema de Office">
  <a:themeElements>
    <a:clrScheme name="Personalizado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6EB6"/>
      </a:accent1>
      <a:accent2>
        <a:srgbClr val="DE3E0C"/>
      </a:accent2>
      <a:accent3>
        <a:srgbClr val="9BBB59"/>
      </a:accent3>
      <a:accent4>
        <a:srgbClr val="F2C400"/>
      </a:accent4>
      <a:accent5>
        <a:srgbClr val="00A7E2"/>
      </a:accent5>
      <a:accent6>
        <a:srgbClr val="F38C1A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610c37a0-47cd-4531-9f35-efb5fd32a410}" enabled="0" method="" siteId="{610c37a0-47cd-4531-9f35-efb5fd32a4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242994</TotalTime>
  <Words>498</Words>
  <Application>Microsoft Office PowerPoint</Application>
  <PresentationFormat>Panorámica</PresentationFormat>
  <Paragraphs>119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Webdings</vt:lpstr>
      <vt:lpstr>Wingdings</vt:lpstr>
      <vt:lpstr>Tema de Office</vt:lpstr>
      <vt:lpstr>XXXXX  Modelo de Gobernanza</vt:lpstr>
      <vt:lpstr>Roles en operatividad en XXXX</vt:lpstr>
      <vt:lpstr>Funcionalidades habilitadas</vt:lpstr>
      <vt:lpstr>Matriz de grupos, roles, perfiles y responsabilidades en XXXX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Comité de Riesgos de Octubre 2022</dc:title>
  <dc:creator>JABS</dc:creator>
  <cp:lastModifiedBy>Ruy Eduardo Paredes Rodriguez</cp:lastModifiedBy>
  <cp:revision>2185</cp:revision>
  <dcterms:created xsi:type="dcterms:W3CDTF">2020-04-14T09:14:06Z</dcterms:created>
  <dcterms:modified xsi:type="dcterms:W3CDTF">2026-06-01T19:07:25Z</dcterms:modified>
</cp:coreProperties>
</file>